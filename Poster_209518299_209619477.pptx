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4"/>
  </p:sldMasterIdLst>
  <p:sldIdLst>
    <p:sldId id="256" r:id="rId5"/>
  </p:sldIdLst>
  <p:sldSz cx="35999738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BAEE"/>
    <a:srgbClr val="F5F5F5"/>
    <a:srgbClr val="E3E3E3"/>
    <a:srgbClr val="DEDEDE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80"/>
  </p:normalViewPr>
  <p:slideViewPr>
    <p:cSldViewPr snapToGrid="0">
      <p:cViewPr>
        <p:scale>
          <a:sx n="92" d="100"/>
          <a:sy n="92" d="100"/>
        </p:scale>
        <p:origin x="-7544" y="-35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Causes of Car Accidents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160E-AE49-AC4A-2F7A086573A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160E-AE49-AC4A-2F7A086573A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160E-AE49-AC4A-2F7A086573A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160E-AE49-AC4A-2F7A086573AA}"/>
              </c:ext>
            </c:extLst>
          </c:dPt>
          <c:dLbls>
            <c:dLbl>
              <c:idx val="0"/>
              <c:layout>
                <c:manualLayout>
                  <c:x val="-0.11776881275921978"/>
                  <c:y val="0.19267020915217259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60E-AE49-AC4A-2F7A086573AA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IL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Bad Weather</c:v>
                </c:pt>
                <c:pt idx="1">
                  <c:v>Distractions</c:v>
                </c:pt>
                <c:pt idx="2">
                  <c:v>Speeding</c:v>
                </c:pt>
                <c:pt idx="3">
                  <c:v>Drunk Driving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12.2</c:v>
                </c:pt>
                <c:pt idx="1">
                  <c:v>17.8</c:v>
                </c:pt>
                <c:pt idx="2">
                  <c:v>34.4</c:v>
                </c:pt>
                <c:pt idx="3">
                  <c:v>35.6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0E-AE49-AC4A-2F7A086573AA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0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25B86F-7ADC-6347-8247-6E996D5A3C55}" type="doc">
      <dgm:prSet loTypeId="urn:microsoft.com/office/officeart/2005/8/layout/process5" loCatId="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7A940A-C7F5-D54A-8D53-84EF601F0254}">
      <dgm:prSet phldrT="[Text]"/>
      <dgm:spPr/>
      <dgm:t>
        <a:bodyPr/>
        <a:lstStyle/>
        <a:p>
          <a:pPr rtl="0"/>
          <a:r>
            <a:rPr lang="en-US" dirty="0"/>
            <a:t>Capture Video &amp; GPS</a:t>
          </a:r>
        </a:p>
      </dgm:t>
    </dgm:pt>
    <dgm:pt modelId="{51FB0143-25F3-F345-82F4-66E55AA0CB03}" type="parTrans" cxnId="{83FA72E9-4D21-364E-A8FC-CDCC067D1040}">
      <dgm:prSet/>
      <dgm:spPr/>
      <dgm:t>
        <a:bodyPr/>
        <a:lstStyle/>
        <a:p>
          <a:endParaRPr lang="en-US"/>
        </a:p>
      </dgm:t>
    </dgm:pt>
    <dgm:pt modelId="{86671E92-2E22-2B47-BCF9-E02AE858A13A}" type="sibTrans" cxnId="{83FA72E9-4D21-364E-A8FC-CDCC067D1040}">
      <dgm:prSet/>
      <dgm:spPr/>
      <dgm:t>
        <a:bodyPr/>
        <a:lstStyle/>
        <a:p>
          <a:endParaRPr lang="en-US"/>
        </a:p>
      </dgm:t>
    </dgm:pt>
    <dgm:pt modelId="{3A5FAB31-D4F1-804F-8A0B-057345E0DC19}">
      <dgm:prSet phldrT="[Text]"/>
      <dgm:spPr/>
      <dgm:t>
        <a:bodyPr/>
        <a:lstStyle/>
        <a:p>
          <a:pPr rtl="0"/>
          <a:r>
            <a:rPr lang="en-US" dirty="0"/>
            <a:t>Detect drivers face</a:t>
          </a:r>
        </a:p>
      </dgm:t>
    </dgm:pt>
    <dgm:pt modelId="{5909E6DA-3D1E-1340-8BBA-E9FE349509C6}" type="parTrans" cxnId="{8F693712-1895-DB43-A389-844C0A0D06F7}">
      <dgm:prSet/>
      <dgm:spPr/>
      <dgm:t>
        <a:bodyPr/>
        <a:lstStyle/>
        <a:p>
          <a:endParaRPr lang="en-US"/>
        </a:p>
      </dgm:t>
    </dgm:pt>
    <dgm:pt modelId="{1DAB62FD-AF55-E745-A6EB-1489400EDE9E}" type="sibTrans" cxnId="{8F693712-1895-DB43-A389-844C0A0D06F7}">
      <dgm:prSet/>
      <dgm:spPr/>
      <dgm:t>
        <a:bodyPr/>
        <a:lstStyle/>
        <a:p>
          <a:endParaRPr lang="en-US"/>
        </a:p>
      </dgm:t>
    </dgm:pt>
    <dgm:pt modelId="{6053753C-1F30-6046-BAAD-0129E921CFDD}">
      <dgm:prSet phldrT="[Text]"/>
      <dgm:spPr/>
      <dgm:t>
        <a:bodyPr/>
        <a:lstStyle/>
        <a:p>
          <a:pPr rtl="0"/>
          <a:r>
            <a:rPr lang="en-US" dirty="0"/>
            <a:t>Compare stats to thresholds</a:t>
          </a:r>
        </a:p>
      </dgm:t>
    </dgm:pt>
    <dgm:pt modelId="{0382E416-D841-904E-9994-E56AF8BA261B}" type="parTrans" cxnId="{62F9FC71-D5F7-2E4D-A083-0A80F19C6EB7}">
      <dgm:prSet/>
      <dgm:spPr/>
      <dgm:t>
        <a:bodyPr/>
        <a:lstStyle/>
        <a:p>
          <a:endParaRPr lang="en-US"/>
        </a:p>
      </dgm:t>
    </dgm:pt>
    <dgm:pt modelId="{1A06547A-9608-364C-8003-F501F9A294DA}" type="sibTrans" cxnId="{62F9FC71-D5F7-2E4D-A083-0A80F19C6EB7}">
      <dgm:prSet/>
      <dgm:spPr/>
      <dgm:t>
        <a:bodyPr/>
        <a:lstStyle/>
        <a:p>
          <a:endParaRPr lang="en-US"/>
        </a:p>
      </dgm:t>
    </dgm:pt>
    <dgm:pt modelId="{7FF7A3FF-BD6F-024C-AE81-B3F3A52019FB}">
      <dgm:prSet phldrT="[Text]"/>
      <dgm:spPr/>
      <dgm:t>
        <a:bodyPr/>
        <a:lstStyle/>
        <a:p>
          <a:pPr rtl="0"/>
          <a:r>
            <a:rPr lang="en-US" dirty="0"/>
            <a:t>Compute stats: </a:t>
          </a:r>
          <a:br>
            <a:rPr lang="en-US" dirty="0"/>
          </a:br>
          <a:r>
            <a:rPr lang="en-US" dirty="0"/>
            <a:t>EAR, PERCLOS &amp; POSE</a:t>
          </a:r>
        </a:p>
      </dgm:t>
    </dgm:pt>
    <dgm:pt modelId="{C23851F7-B51A-B841-B8D0-9BCF8A22A124}" type="parTrans" cxnId="{9FE4807D-A565-A740-A2DA-D8E91FDBC974}">
      <dgm:prSet/>
      <dgm:spPr/>
      <dgm:t>
        <a:bodyPr/>
        <a:lstStyle/>
        <a:p>
          <a:endParaRPr lang="en-US"/>
        </a:p>
      </dgm:t>
    </dgm:pt>
    <dgm:pt modelId="{970F6D62-A2B1-2F47-82C2-D1A2F0DE9F9E}" type="sibTrans" cxnId="{9FE4807D-A565-A740-A2DA-D8E91FDBC974}">
      <dgm:prSet/>
      <dgm:spPr/>
      <dgm:t>
        <a:bodyPr/>
        <a:lstStyle/>
        <a:p>
          <a:endParaRPr lang="en-US"/>
        </a:p>
      </dgm:t>
    </dgm:pt>
    <dgm:pt modelId="{DE292826-6E43-E049-BE9F-F86A2029B56D}">
      <dgm:prSet phldrT="[Text]"/>
      <dgm:spPr/>
      <dgm:t>
        <a:bodyPr/>
        <a:lstStyle/>
        <a:p>
          <a:pPr rtl="0"/>
          <a:r>
            <a:rPr lang="en-US" dirty="0"/>
            <a:t>Alert driver via buzzer</a:t>
          </a:r>
        </a:p>
      </dgm:t>
    </dgm:pt>
    <dgm:pt modelId="{7040E296-B093-FB46-8947-3BD9A63E80F1}" type="parTrans" cxnId="{7A244927-9523-9C45-94D3-9018A5445204}">
      <dgm:prSet/>
      <dgm:spPr/>
      <dgm:t>
        <a:bodyPr/>
        <a:lstStyle/>
        <a:p>
          <a:endParaRPr lang="en-US"/>
        </a:p>
      </dgm:t>
    </dgm:pt>
    <dgm:pt modelId="{8DB0170F-3BF4-E44B-ACB9-688CAFF595D5}" type="sibTrans" cxnId="{7A244927-9523-9C45-94D3-9018A5445204}">
      <dgm:prSet/>
      <dgm:spPr/>
      <dgm:t>
        <a:bodyPr/>
        <a:lstStyle/>
        <a:p>
          <a:endParaRPr lang="en-US"/>
        </a:p>
      </dgm:t>
    </dgm:pt>
    <dgm:pt modelId="{FF32ED18-C2A1-EE44-8C78-EF702D8F0CDA}">
      <dgm:prSet phldrT="[Text]"/>
      <dgm:spPr/>
      <dgm:t>
        <a:bodyPr/>
        <a:lstStyle/>
        <a:p>
          <a:pPr rtl="0"/>
          <a:r>
            <a:rPr lang="en-US" dirty="0"/>
            <a:t>Upload telemetry to cloud server</a:t>
          </a:r>
        </a:p>
      </dgm:t>
    </dgm:pt>
    <dgm:pt modelId="{A6B0904F-6944-6849-934E-BFB993707513}" type="parTrans" cxnId="{ADDF6422-3EBC-214C-A701-DD50E81F3F81}">
      <dgm:prSet/>
      <dgm:spPr/>
      <dgm:t>
        <a:bodyPr/>
        <a:lstStyle/>
        <a:p>
          <a:endParaRPr lang="en-US"/>
        </a:p>
      </dgm:t>
    </dgm:pt>
    <dgm:pt modelId="{3302F0AB-5191-E34D-AD6C-925600D5E4B8}" type="sibTrans" cxnId="{ADDF6422-3EBC-214C-A701-DD50E81F3F81}">
      <dgm:prSet/>
      <dgm:spPr/>
      <dgm:t>
        <a:bodyPr/>
        <a:lstStyle/>
        <a:p>
          <a:endParaRPr lang="en-US"/>
        </a:p>
      </dgm:t>
    </dgm:pt>
    <dgm:pt modelId="{6CC9B5D6-77E8-034F-A846-7C9E9AB0FD9A}" type="pres">
      <dgm:prSet presAssocID="{7B25B86F-7ADC-6347-8247-6E996D5A3C55}" presName="diagram" presStyleCnt="0">
        <dgm:presLayoutVars>
          <dgm:dir/>
          <dgm:resizeHandles val="exact"/>
        </dgm:presLayoutVars>
      </dgm:prSet>
      <dgm:spPr/>
    </dgm:pt>
    <dgm:pt modelId="{E2F50EB5-BD23-5E47-873D-4EBFA4627E49}" type="pres">
      <dgm:prSet presAssocID="{537A940A-C7F5-D54A-8D53-84EF601F0254}" presName="node" presStyleLbl="node1" presStyleIdx="0" presStyleCnt="6">
        <dgm:presLayoutVars>
          <dgm:bulletEnabled val="1"/>
        </dgm:presLayoutVars>
      </dgm:prSet>
      <dgm:spPr/>
    </dgm:pt>
    <dgm:pt modelId="{AFFB4351-D320-114D-AB3E-4A97E550C7A7}" type="pres">
      <dgm:prSet presAssocID="{86671E92-2E22-2B47-BCF9-E02AE858A13A}" presName="sibTrans" presStyleLbl="sibTrans2D1" presStyleIdx="0" presStyleCnt="5"/>
      <dgm:spPr/>
    </dgm:pt>
    <dgm:pt modelId="{970057DA-44DD-0547-BEFD-C775C19060BF}" type="pres">
      <dgm:prSet presAssocID="{86671E92-2E22-2B47-BCF9-E02AE858A13A}" presName="connectorText" presStyleLbl="sibTrans2D1" presStyleIdx="0" presStyleCnt="5"/>
      <dgm:spPr/>
    </dgm:pt>
    <dgm:pt modelId="{B12388E1-9652-4C42-A109-6BC65B527652}" type="pres">
      <dgm:prSet presAssocID="{3A5FAB31-D4F1-804F-8A0B-057345E0DC19}" presName="node" presStyleLbl="node1" presStyleIdx="1" presStyleCnt="6">
        <dgm:presLayoutVars>
          <dgm:bulletEnabled val="1"/>
        </dgm:presLayoutVars>
      </dgm:prSet>
      <dgm:spPr/>
    </dgm:pt>
    <dgm:pt modelId="{446A9F74-91BE-F746-9154-1D00DB533615}" type="pres">
      <dgm:prSet presAssocID="{1DAB62FD-AF55-E745-A6EB-1489400EDE9E}" presName="sibTrans" presStyleLbl="sibTrans2D1" presStyleIdx="1" presStyleCnt="5"/>
      <dgm:spPr/>
    </dgm:pt>
    <dgm:pt modelId="{C66EBFD7-41E1-B64A-9B7F-6D5A701BC90C}" type="pres">
      <dgm:prSet presAssocID="{1DAB62FD-AF55-E745-A6EB-1489400EDE9E}" presName="connectorText" presStyleLbl="sibTrans2D1" presStyleIdx="1" presStyleCnt="5"/>
      <dgm:spPr/>
    </dgm:pt>
    <dgm:pt modelId="{A484651F-F6BE-5E48-808E-4B4234573364}" type="pres">
      <dgm:prSet presAssocID="{7FF7A3FF-BD6F-024C-AE81-B3F3A52019FB}" presName="node" presStyleLbl="node1" presStyleIdx="2" presStyleCnt="6">
        <dgm:presLayoutVars>
          <dgm:bulletEnabled val="1"/>
        </dgm:presLayoutVars>
      </dgm:prSet>
      <dgm:spPr/>
    </dgm:pt>
    <dgm:pt modelId="{CAF14CA0-1533-6A42-AA17-563F3186EF28}" type="pres">
      <dgm:prSet presAssocID="{970F6D62-A2B1-2F47-82C2-D1A2F0DE9F9E}" presName="sibTrans" presStyleLbl="sibTrans2D1" presStyleIdx="2" presStyleCnt="5"/>
      <dgm:spPr/>
    </dgm:pt>
    <dgm:pt modelId="{D52E3564-E6DC-FA44-A5F5-CD430BC84FB5}" type="pres">
      <dgm:prSet presAssocID="{970F6D62-A2B1-2F47-82C2-D1A2F0DE9F9E}" presName="connectorText" presStyleLbl="sibTrans2D1" presStyleIdx="2" presStyleCnt="5"/>
      <dgm:spPr/>
    </dgm:pt>
    <dgm:pt modelId="{CA6974E7-16A0-AF46-9D8E-626C984F6E2A}" type="pres">
      <dgm:prSet presAssocID="{6053753C-1F30-6046-BAAD-0129E921CFDD}" presName="node" presStyleLbl="node1" presStyleIdx="3" presStyleCnt="6">
        <dgm:presLayoutVars>
          <dgm:bulletEnabled val="1"/>
        </dgm:presLayoutVars>
      </dgm:prSet>
      <dgm:spPr/>
    </dgm:pt>
    <dgm:pt modelId="{7A6E73B6-BDCF-DA48-B077-232D5B8659C3}" type="pres">
      <dgm:prSet presAssocID="{1A06547A-9608-364C-8003-F501F9A294DA}" presName="sibTrans" presStyleLbl="sibTrans2D1" presStyleIdx="3" presStyleCnt="5"/>
      <dgm:spPr/>
    </dgm:pt>
    <dgm:pt modelId="{0B658AB0-BE45-274E-907F-96E78F486421}" type="pres">
      <dgm:prSet presAssocID="{1A06547A-9608-364C-8003-F501F9A294DA}" presName="connectorText" presStyleLbl="sibTrans2D1" presStyleIdx="3" presStyleCnt="5"/>
      <dgm:spPr/>
    </dgm:pt>
    <dgm:pt modelId="{BF9032E0-7E13-FF40-B13C-F7B822757DED}" type="pres">
      <dgm:prSet presAssocID="{DE292826-6E43-E049-BE9F-F86A2029B56D}" presName="node" presStyleLbl="node1" presStyleIdx="4" presStyleCnt="6">
        <dgm:presLayoutVars>
          <dgm:bulletEnabled val="1"/>
        </dgm:presLayoutVars>
      </dgm:prSet>
      <dgm:spPr/>
    </dgm:pt>
    <dgm:pt modelId="{73699CE1-1FBD-474A-A911-FB70B2CBE1FB}" type="pres">
      <dgm:prSet presAssocID="{8DB0170F-3BF4-E44B-ACB9-688CAFF595D5}" presName="sibTrans" presStyleLbl="sibTrans2D1" presStyleIdx="4" presStyleCnt="5"/>
      <dgm:spPr/>
    </dgm:pt>
    <dgm:pt modelId="{456090DE-4BE3-0341-A6A5-971153CF7BA6}" type="pres">
      <dgm:prSet presAssocID="{8DB0170F-3BF4-E44B-ACB9-688CAFF595D5}" presName="connectorText" presStyleLbl="sibTrans2D1" presStyleIdx="4" presStyleCnt="5"/>
      <dgm:spPr/>
    </dgm:pt>
    <dgm:pt modelId="{93AB9052-F60F-BE42-8F2C-8D35A5113890}" type="pres">
      <dgm:prSet presAssocID="{FF32ED18-C2A1-EE44-8C78-EF702D8F0CDA}" presName="node" presStyleLbl="node1" presStyleIdx="5" presStyleCnt="6">
        <dgm:presLayoutVars>
          <dgm:bulletEnabled val="1"/>
        </dgm:presLayoutVars>
      </dgm:prSet>
      <dgm:spPr/>
    </dgm:pt>
  </dgm:ptLst>
  <dgm:cxnLst>
    <dgm:cxn modelId="{CF47C905-9223-0D48-BC10-B354AF6A12CC}" type="presOf" srcId="{86671E92-2E22-2B47-BCF9-E02AE858A13A}" destId="{970057DA-44DD-0547-BEFD-C775C19060BF}" srcOrd="1" destOrd="0" presId="urn:microsoft.com/office/officeart/2005/8/layout/process5"/>
    <dgm:cxn modelId="{CC8F3907-7FA9-4F4B-9B49-24C1508BAB41}" type="presOf" srcId="{FF32ED18-C2A1-EE44-8C78-EF702D8F0CDA}" destId="{93AB9052-F60F-BE42-8F2C-8D35A5113890}" srcOrd="0" destOrd="0" presId="urn:microsoft.com/office/officeart/2005/8/layout/process5"/>
    <dgm:cxn modelId="{8F693712-1895-DB43-A389-844C0A0D06F7}" srcId="{7B25B86F-7ADC-6347-8247-6E996D5A3C55}" destId="{3A5FAB31-D4F1-804F-8A0B-057345E0DC19}" srcOrd="1" destOrd="0" parTransId="{5909E6DA-3D1E-1340-8BBA-E9FE349509C6}" sibTransId="{1DAB62FD-AF55-E745-A6EB-1489400EDE9E}"/>
    <dgm:cxn modelId="{ADDF6422-3EBC-214C-A701-DD50E81F3F81}" srcId="{7B25B86F-7ADC-6347-8247-6E996D5A3C55}" destId="{FF32ED18-C2A1-EE44-8C78-EF702D8F0CDA}" srcOrd="5" destOrd="0" parTransId="{A6B0904F-6944-6849-934E-BFB993707513}" sibTransId="{3302F0AB-5191-E34D-AD6C-925600D5E4B8}"/>
    <dgm:cxn modelId="{7A244927-9523-9C45-94D3-9018A5445204}" srcId="{7B25B86F-7ADC-6347-8247-6E996D5A3C55}" destId="{DE292826-6E43-E049-BE9F-F86A2029B56D}" srcOrd="4" destOrd="0" parTransId="{7040E296-B093-FB46-8947-3BD9A63E80F1}" sibTransId="{8DB0170F-3BF4-E44B-ACB9-688CAFF595D5}"/>
    <dgm:cxn modelId="{E408FB34-3470-6344-8BB4-0EE56018CB5E}" type="presOf" srcId="{6053753C-1F30-6046-BAAD-0129E921CFDD}" destId="{CA6974E7-16A0-AF46-9D8E-626C984F6E2A}" srcOrd="0" destOrd="0" presId="urn:microsoft.com/office/officeart/2005/8/layout/process5"/>
    <dgm:cxn modelId="{86FF713D-5863-274F-8B20-F3768FD80DFD}" type="presOf" srcId="{537A940A-C7F5-D54A-8D53-84EF601F0254}" destId="{E2F50EB5-BD23-5E47-873D-4EBFA4627E49}" srcOrd="0" destOrd="0" presId="urn:microsoft.com/office/officeart/2005/8/layout/process5"/>
    <dgm:cxn modelId="{77B8C840-1435-514F-A589-5212BB299D06}" type="presOf" srcId="{3A5FAB31-D4F1-804F-8A0B-057345E0DC19}" destId="{B12388E1-9652-4C42-A109-6BC65B527652}" srcOrd="0" destOrd="0" presId="urn:microsoft.com/office/officeart/2005/8/layout/process5"/>
    <dgm:cxn modelId="{892F8967-3023-E44E-918F-92715C9712CD}" type="presOf" srcId="{86671E92-2E22-2B47-BCF9-E02AE858A13A}" destId="{AFFB4351-D320-114D-AB3E-4A97E550C7A7}" srcOrd="0" destOrd="0" presId="urn:microsoft.com/office/officeart/2005/8/layout/process5"/>
    <dgm:cxn modelId="{2FE7DD69-74AB-1444-BF99-0DFB37EA4B98}" type="presOf" srcId="{7FF7A3FF-BD6F-024C-AE81-B3F3A52019FB}" destId="{A484651F-F6BE-5E48-808E-4B4234573364}" srcOrd="0" destOrd="0" presId="urn:microsoft.com/office/officeart/2005/8/layout/process5"/>
    <dgm:cxn modelId="{62F9FC71-D5F7-2E4D-A083-0A80F19C6EB7}" srcId="{7B25B86F-7ADC-6347-8247-6E996D5A3C55}" destId="{6053753C-1F30-6046-BAAD-0129E921CFDD}" srcOrd="3" destOrd="0" parTransId="{0382E416-D841-904E-9994-E56AF8BA261B}" sibTransId="{1A06547A-9608-364C-8003-F501F9A294DA}"/>
    <dgm:cxn modelId="{6583E678-E7E0-774C-A980-863ADAF7C554}" type="presOf" srcId="{1DAB62FD-AF55-E745-A6EB-1489400EDE9E}" destId="{446A9F74-91BE-F746-9154-1D00DB533615}" srcOrd="0" destOrd="0" presId="urn:microsoft.com/office/officeart/2005/8/layout/process5"/>
    <dgm:cxn modelId="{9FE4807D-A565-A740-A2DA-D8E91FDBC974}" srcId="{7B25B86F-7ADC-6347-8247-6E996D5A3C55}" destId="{7FF7A3FF-BD6F-024C-AE81-B3F3A52019FB}" srcOrd="2" destOrd="0" parTransId="{C23851F7-B51A-B841-B8D0-9BCF8A22A124}" sibTransId="{970F6D62-A2B1-2F47-82C2-D1A2F0DE9F9E}"/>
    <dgm:cxn modelId="{67CD9A8C-7D62-BA46-8E6C-8A1BFDBCB934}" type="presOf" srcId="{1DAB62FD-AF55-E745-A6EB-1489400EDE9E}" destId="{C66EBFD7-41E1-B64A-9B7F-6D5A701BC90C}" srcOrd="1" destOrd="0" presId="urn:microsoft.com/office/officeart/2005/8/layout/process5"/>
    <dgm:cxn modelId="{F56E69A3-8E9A-DC4F-9A08-979C0D5E688D}" type="presOf" srcId="{7B25B86F-7ADC-6347-8247-6E996D5A3C55}" destId="{6CC9B5D6-77E8-034F-A846-7C9E9AB0FD9A}" srcOrd="0" destOrd="0" presId="urn:microsoft.com/office/officeart/2005/8/layout/process5"/>
    <dgm:cxn modelId="{05C7E3B3-410B-434F-9945-87097E647AE6}" type="presOf" srcId="{970F6D62-A2B1-2F47-82C2-D1A2F0DE9F9E}" destId="{CAF14CA0-1533-6A42-AA17-563F3186EF28}" srcOrd="0" destOrd="0" presId="urn:microsoft.com/office/officeart/2005/8/layout/process5"/>
    <dgm:cxn modelId="{D46923BD-E87A-E34F-AC84-67D8F51B5060}" type="presOf" srcId="{8DB0170F-3BF4-E44B-ACB9-688CAFF595D5}" destId="{456090DE-4BE3-0341-A6A5-971153CF7BA6}" srcOrd="1" destOrd="0" presId="urn:microsoft.com/office/officeart/2005/8/layout/process5"/>
    <dgm:cxn modelId="{71B57DBE-FC7F-FD4F-877D-A8F8140BBC81}" type="presOf" srcId="{1A06547A-9608-364C-8003-F501F9A294DA}" destId="{0B658AB0-BE45-274E-907F-96E78F486421}" srcOrd="1" destOrd="0" presId="urn:microsoft.com/office/officeart/2005/8/layout/process5"/>
    <dgm:cxn modelId="{7CCA2BC3-DC74-AB4C-A77E-65CA2FC47A74}" type="presOf" srcId="{1A06547A-9608-364C-8003-F501F9A294DA}" destId="{7A6E73B6-BDCF-DA48-B077-232D5B8659C3}" srcOrd="0" destOrd="0" presId="urn:microsoft.com/office/officeart/2005/8/layout/process5"/>
    <dgm:cxn modelId="{A17915DC-2D0B-F04D-8A73-619F0B5EFF8E}" type="presOf" srcId="{970F6D62-A2B1-2F47-82C2-D1A2F0DE9F9E}" destId="{D52E3564-E6DC-FA44-A5F5-CD430BC84FB5}" srcOrd="1" destOrd="0" presId="urn:microsoft.com/office/officeart/2005/8/layout/process5"/>
    <dgm:cxn modelId="{83FA72E9-4D21-364E-A8FC-CDCC067D1040}" srcId="{7B25B86F-7ADC-6347-8247-6E996D5A3C55}" destId="{537A940A-C7F5-D54A-8D53-84EF601F0254}" srcOrd="0" destOrd="0" parTransId="{51FB0143-25F3-F345-82F4-66E55AA0CB03}" sibTransId="{86671E92-2E22-2B47-BCF9-E02AE858A13A}"/>
    <dgm:cxn modelId="{343C21EC-7015-EB42-828B-425C02C5CA0B}" type="presOf" srcId="{DE292826-6E43-E049-BE9F-F86A2029B56D}" destId="{BF9032E0-7E13-FF40-B13C-F7B822757DED}" srcOrd="0" destOrd="0" presId="urn:microsoft.com/office/officeart/2005/8/layout/process5"/>
    <dgm:cxn modelId="{08E325ED-6407-2B4E-B450-24B9D3A4B3A6}" type="presOf" srcId="{8DB0170F-3BF4-E44B-ACB9-688CAFF595D5}" destId="{73699CE1-1FBD-474A-A911-FB70B2CBE1FB}" srcOrd="0" destOrd="0" presId="urn:microsoft.com/office/officeart/2005/8/layout/process5"/>
    <dgm:cxn modelId="{9F36AC14-7E22-2C44-92FA-3B846AC0FEEC}" type="presParOf" srcId="{6CC9B5D6-77E8-034F-A846-7C9E9AB0FD9A}" destId="{E2F50EB5-BD23-5E47-873D-4EBFA4627E49}" srcOrd="0" destOrd="0" presId="urn:microsoft.com/office/officeart/2005/8/layout/process5"/>
    <dgm:cxn modelId="{FA0B5CF7-2EB2-6E49-9FD1-9DA5D18EC9BC}" type="presParOf" srcId="{6CC9B5D6-77E8-034F-A846-7C9E9AB0FD9A}" destId="{AFFB4351-D320-114D-AB3E-4A97E550C7A7}" srcOrd="1" destOrd="0" presId="urn:microsoft.com/office/officeart/2005/8/layout/process5"/>
    <dgm:cxn modelId="{CED2A4DC-EB0B-9748-8CBE-F9FC1D11E0EB}" type="presParOf" srcId="{AFFB4351-D320-114D-AB3E-4A97E550C7A7}" destId="{970057DA-44DD-0547-BEFD-C775C19060BF}" srcOrd="0" destOrd="0" presId="urn:microsoft.com/office/officeart/2005/8/layout/process5"/>
    <dgm:cxn modelId="{727A7B1D-D6EF-7948-9100-D5165AEA0D4C}" type="presParOf" srcId="{6CC9B5D6-77E8-034F-A846-7C9E9AB0FD9A}" destId="{B12388E1-9652-4C42-A109-6BC65B527652}" srcOrd="2" destOrd="0" presId="urn:microsoft.com/office/officeart/2005/8/layout/process5"/>
    <dgm:cxn modelId="{72C1D83D-0939-384F-B7FA-D95687DC4559}" type="presParOf" srcId="{6CC9B5D6-77E8-034F-A846-7C9E9AB0FD9A}" destId="{446A9F74-91BE-F746-9154-1D00DB533615}" srcOrd="3" destOrd="0" presId="urn:microsoft.com/office/officeart/2005/8/layout/process5"/>
    <dgm:cxn modelId="{90BD8627-1796-1841-87EC-E3ECE5E25DE4}" type="presParOf" srcId="{446A9F74-91BE-F746-9154-1D00DB533615}" destId="{C66EBFD7-41E1-B64A-9B7F-6D5A701BC90C}" srcOrd="0" destOrd="0" presId="urn:microsoft.com/office/officeart/2005/8/layout/process5"/>
    <dgm:cxn modelId="{0EC782C5-543E-BF45-9E64-AE4914D60D82}" type="presParOf" srcId="{6CC9B5D6-77E8-034F-A846-7C9E9AB0FD9A}" destId="{A484651F-F6BE-5E48-808E-4B4234573364}" srcOrd="4" destOrd="0" presId="urn:microsoft.com/office/officeart/2005/8/layout/process5"/>
    <dgm:cxn modelId="{61F89267-2CA5-9447-A1BE-B1B68AE0C3F7}" type="presParOf" srcId="{6CC9B5D6-77E8-034F-A846-7C9E9AB0FD9A}" destId="{CAF14CA0-1533-6A42-AA17-563F3186EF28}" srcOrd="5" destOrd="0" presId="urn:microsoft.com/office/officeart/2005/8/layout/process5"/>
    <dgm:cxn modelId="{937CB7E5-E531-DE4D-A40F-CCB7F6295194}" type="presParOf" srcId="{CAF14CA0-1533-6A42-AA17-563F3186EF28}" destId="{D52E3564-E6DC-FA44-A5F5-CD430BC84FB5}" srcOrd="0" destOrd="0" presId="urn:microsoft.com/office/officeart/2005/8/layout/process5"/>
    <dgm:cxn modelId="{0E25E05A-B2B1-C041-BD7A-3F72A5D8E22A}" type="presParOf" srcId="{6CC9B5D6-77E8-034F-A846-7C9E9AB0FD9A}" destId="{CA6974E7-16A0-AF46-9D8E-626C984F6E2A}" srcOrd="6" destOrd="0" presId="urn:microsoft.com/office/officeart/2005/8/layout/process5"/>
    <dgm:cxn modelId="{7B625076-F520-944B-B46D-5A4245C78D2B}" type="presParOf" srcId="{6CC9B5D6-77E8-034F-A846-7C9E9AB0FD9A}" destId="{7A6E73B6-BDCF-DA48-B077-232D5B8659C3}" srcOrd="7" destOrd="0" presId="urn:microsoft.com/office/officeart/2005/8/layout/process5"/>
    <dgm:cxn modelId="{1CAD33BF-B79D-D74D-9E9F-D47972316059}" type="presParOf" srcId="{7A6E73B6-BDCF-DA48-B077-232D5B8659C3}" destId="{0B658AB0-BE45-274E-907F-96E78F486421}" srcOrd="0" destOrd="0" presId="urn:microsoft.com/office/officeart/2005/8/layout/process5"/>
    <dgm:cxn modelId="{F03AE159-EB04-6E44-A6B4-520CD8490227}" type="presParOf" srcId="{6CC9B5D6-77E8-034F-A846-7C9E9AB0FD9A}" destId="{BF9032E0-7E13-FF40-B13C-F7B822757DED}" srcOrd="8" destOrd="0" presId="urn:microsoft.com/office/officeart/2005/8/layout/process5"/>
    <dgm:cxn modelId="{EC00C0EE-EB54-1346-88CC-70A535DE2A7C}" type="presParOf" srcId="{6CC9B5D6-77E8-034F-A846-7C9E9AB0FD9A}" destId="{73699CE1-1FBD-474A-A911-FB70B2CBE1FB}" srcOrd="9" destOrd="0" presId="urn:microsoft.com/office/officeart/2005/8/layout/process5"/>
    <dgm:cxn modelId="{15700633-D153-284D-B73A-864BCA80FE5B}" type="presParOf" srcId="{73699CE1-1FBD-474A-A911-FB70B2CBE1FB}" destId="{456090DE-4BE3-0341-A6A5-971153CF7BA6}" srcOrd="0" destOrd="0" presId="urn:microsoft.com/office/officeart/2005/8/layout/process5"/>
    <dgm:cxn modelId="{CA648B1E-9592-0647-9CD1-7400F49BDB33}" type="presParOf" srcId="{6CC9B5D6-77E8-034F-A846-7C9E9AB0FD9A}" destId="{93AB9052-F60F-BE42-8F2C-8D35A5113890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F50EB5-BD23-5E47-873D-4EBFA4627E49}">
      <dsp:nvSpPr>
        <dsp:cNvPr id="0" name=""/>
        <dsp:cNvSpPr/>
      </dsp:nvSpPr>
      <dsp:spPr>
        <a:xfrm>
          <a:off x="1324469" y="5687"/>
          <a:ext cx="3793214" cy="22759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Capture Video &amp; GPS</a:t>
          </a:r>
        </a:p>
      </dsp:txBody>
      <dsp:txXfrm>
        <a:off x="1391129" y="72347"/>
        <a:ext cx="3659894" cy="2142608"/>
      </dsp:txXfrm>
    </dsp:sp>
    <dsp:sp modelId="{AFFB4351-D320-114D-AB3E-4A97E550C7A7}">
      <dsp:nvSpPr>
        <dsp:cNvPr id="0" name=""/>
        <dsp:cNvSpPr/>
      </dsp:nvSpPr>
      <dsp:spPr>
        <a:xfrm>
          <a:off x="5451486" y="673292"/>
          <a:ext cx="804161" cy="9407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5451486" y="861435"/>
        <a:ext cx="562913" cy="564431"/>
      </dsp:txXfrm>
    </dsp:sp>
    <dsp:sp modelId="{B12388E1-9652-4C42-A109-6BC65B527652}">
      <dsp:nvSpPr>
        <dsp:cNvPr id="0" name=""/>
        <dsp:cNvSpPr/>
      </dsp:nvSpPr>
      <dsp:spPr>
        <a:xfrm>
          <a:off x="6634969" y="5687"/>
          <a:ext cx="3793214" cy="22759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Detect drivers face</a:t>
          </a:r>
        </a:p>
      </dsp:txBody>
      <dsp:txXfrm>
        <a:off x="6701629" y="72347"/>
        <a:ext cx="3659894" cy="2142608"/>
      </dsp:txXfrm>
    </dsp:sp>
    <dsp:sp modelId="{446A9F74-91BE-F746-9154-1D00DB533615}">
      <dsp:nvSpPr>
        <dsp:cNvPr id="0" name=""/>
        <dsp:cNvSpPr/>
      </dsp:nvSpPr>
      <dsp:spPr>
        <a:xfrm rot="5400000">
          <a:off x="8129496" y="2547141"/>
          <a:ext cx="804161" cy="9407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 rot="-5400000">
        <a:off x="8249361" y="2615419"/>
        <a:ext cx="564431" cy="562913"/>
      </dsp:txXfrm>
    </dsp:sp>
    <dsp:sp modelId="{A484651F-F6BE-5E48-808E-4B4234573364}">
      <dsp:nvSpPr>
        <dsp:cNvPr id="0" name=""/>
        <dsp:cNvSpPr/>
      </dsp:nvSpPr>
      <dsp:spPr>
        <a:xfrm>
          <a:off x="6634969" y="3798902"/>
          <a:ext cx="3793214" cy="22759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Compute stats: </a:t>
          </a:r>
          <a:br>
            <a:rPr lang="en-US" sz="3900" kern="1200" dirty="0"/>
          </a:br>
          <a:r>
            <a:rPr lang="en-US" sz="3900" kern="1200" dirty="0"/>
            <a:t>EAR, PERCLOS &amp; POSE</a:t>
          </a:r>
        </a:p>
      </dsp:txBody>
      <dsp:txXfrm>
        <a:off x="6701629" y="3865562"/>
        <a:ext cx="3659894" cy="2142608"/>
      </dsp:txXfrm>
    </dsp:sp>
    <dsp:sp modelId="{CAF14CA0-1533-6A42-AA17-563F3186EF28}">
      <dsp:nvSpPr>
        <dsp:cNvPr id="0" name=""/>
        <dsp:cNvSpPr/>
      </dsp:nvSpPr>
      <dsp:spPr>
        <a:xfrm rot="10800000">
          <a:off x="5497005" y="4466507"/>
          <a:ext cx="804161" cy="9407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 rot="10800000">
        <a:off x="5738253" y="4654650"/>
        <a:ext cx="562913" cy="564431"/>
      </dsp:txXfrm>
    </dsp:sp>
    <dsp:sp modelId="{CA6974E7-16A0-AF46-9D8E-626C984F6E2A}">
      <dsp:nvSpPr>
        <dsp:cNvPr id="0" name=""/>
        <dsp:cNvSpPr/>
      </dsp:nvSpPr>
      <dsp:spPr>
        <a:xfrm>
          <a:off x="1324469" y="3798902"/>
          <a:ext cx="3793214" cy="22759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Compare stats to thresholds</a:t>
          </a:r>
        </a:p>
      </dsp:txBody>
      <dsp:txXfrm>
        <a:off x="1391129" y="3865562"/>
        <a:ext cx="3659894" cy="2142608"/>
      </dsp:txXfrm>
    </dsp:sp>
    <dsp:sp modelId="{7A6E73B6-BDCF-DA48-B077-232D5B8659C3}">
      <dsp:nvSpPr>
        <dsp:cNvPr id="0" name=""/>
        <dsp:cNvSpPr/>
      </dsp:nvSpPr>
      <dsp:spPr>
        <a:xfrm rot="5400000">
          <a:off x="2818995" y="6340356"/>
          <a:ext cx="804161" cy="9407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 rot="-5400000">
        <a:off x="2938860" y="6408634"/>
        <a:ext cx="564431" cy="562913"/>
      </dsp:txXfrm>
    </dsp:sp>
    <dsp:sp modelId="{BF9032E0-7E13-FF40-B13C-F7B822757DED}">
      <dsp:nvSpPr>
        <dsp:cNvPr id="0" name=""/>
        <dsp:cNvSpPr/>
      </dsp:nvSpPr>
      <dsp:spPr>
        <a:xfrm>
          <a:off x="1324469" y="7592116"/>
          <a:ext cx="3793214" cy="22759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Alert driver via buzzer</a:t>
          </a:r>
        </a:p>
      </dsp:txBody>
      <dsp:txXfrm>
        <a:off x="1391129" y="7658776"/>
        <a:ext cx="3659894" cy="2142608"/>
      </dsp:txXfrm>
    </dsp:sp>
    <dsp:sp modelId="{73699CE1-1FBD-474A-A911-FB70B2CBE1FB}">
      <dsp:nvSpPr>
        <dsp:cNvPr id="0" name=""/>
        <dsp:cNvSpPr/>
      </dsp:nvSpPr>
      <dsp:spPr>
        <a:xfrm>
          <a:off x="5451486" y="8259722"/>
          <a:ext cx="804161" cy="9407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5451486" y="8447865"/>
        <a:ext cx="562913" cy="564431"/>
      </dsp:txXfrm>
    </dsp:sp>
    <dsp:sp modelId="{93AB9052-F60F-BE42-8F2C-8D35A5113890}">
      <dsp:nvSpPr>
        <dsp:cNvPr id="0" name=""/>
        <dsp:cNvSpPr/>
      </dsp:nvSpPr>
      <dsp:spPr>
        <a:xfrm>
          <a:off x="6634969" y="7592116"/>
          <a:ext cx="3793214" cy="22759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Upload telemetry to cloud server</a:t>
          </a:r>
        </a:p>
      </dsp:txBody>
      <dsp:txXfrm>
        <a:off x="6701629" y="7658776"/>
        <a:ext cx="3659894" cy="21426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4124164"/>
            <a:ext cx="30599777" cy="8773325"/>
          </a:xfrm>
        </p:spPr>
        <p:txBody>
          <a:bodyPr anchor="b"/>
          <a:lstStyle>
            <a:lvl1pPr algn="ctr">
              <a:defRPr sz="220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3235822"/>
            <a:ext cx="26999804" cy="6084159"/>
          </a:xfrm>
        </p:spPr>
        <p:txBody>
          <a:bodyPr/>
          <a:lstStyle>
            <a:lvl1pPr marL="0" indent="0" algn="ctr">
              <a:buNone/>
              <a:defRPr sz="8819"/>
            </a:lvl1pPr>
            <a:lvl2pPr marL="1679981" indent="0" algn="ctr">
              <a:buNone/>
              <a:defRPr sz="7349"/>
            </a:lvl2pPr>
            <a:lvl3pPr marL="3359963" indent="0" algn="ctr">
              <a:buNone/>
              <a:defRPr sz="6614"/>
            </a:lvl3pPr>
            <a:lvl4pPr marL="5039944" indent="0" algn="ctr">
              <a:buNone/>
              <a:defRPr sz="5879"/>
            </a:lvl4pPr>
            <a:lvl5pPr marL="6719926" indent="0" algn="ctr">
              <a:buNone/>
              <a:defRPr sz="5879"/>
            </a:lvl5pPr>
            <a:lvl6pPr marL="8399907" indent="0" algn="ctr">
              <a:buNone/>
              <a:defRPr sz="5879"/>
            </a:lvl6pPr>
            <a:lvl7pPr marL="10079888" indent="0" algn="ctr">
              <a:buNone/>
              <a:defRPr sz="5879"/>
            </a:lvl7pPr>
            <a:lvl8pPr marL="11759870" indent="0" algn="ctr">
              <a:buNone/>
              <a:defRPr sz="5879"/>
            </a:lvl8pPr>
            <a:lvl9pPr marL="13439851" indent="0" algn="ctr">
              <a:buNone/>
              <a:defRPr sz="587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03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2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6282501"/>
            <a:ext cx="31049774" cy="10482488"/>
          </a:xfrm>
        </p:spPr>
        <p:txBody>
          <a:bodyPr anchor="b"/>
          <a:lstStyle>
            <a:lvl1pPr>
              <a:defRPr sz="220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16864157"/>
            <a:ext cx="31049774" cy="5512493"/>
          </a:xfrm>
        </p:spPr>
        <p:txBody>
          <a:bodyPr/>
          <a:lstStyle>
            <a:lvl1pPr marL="0" indent="0">
              <a:buNone/>
              <a:defRPr sz="8819">
                <a:solidFill>
                  <a:schemeClr val="tx1">
                    <a:tint val="82000"/>
                  </a:schemeClr>
                </a:solidFill>
              </a:defRPr>
            </a:lvl1pPr>
            <a:lvl2pPr marL="1679981" indent="0">
              <a:buNone/>
              <a:defRPr sz="7349">
                <a:solidFill>
                  <a:schemeClr val="tx1">
                    <a:tint val="82000"/>
                  </a:schemeClr>
                </a:solidFill>
              </a:defRPr>
            </a:lvl2pPr>
            <a:lvl3pPr marL="3359963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3pPr>
            <a:lvl4pPr marL="5039944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4pPr>
            <a:lvl5pPr marL="6719926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5pPr>
            <a:lvl6pPr marL="8399907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6pPr>
            <a:lvl7pPr marL="10079888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7pPr>
            <a:lvl8pPr marL="11759870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8pPr>
            <a:lvl9pPr marL="13439851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18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6708326"/>
            <a:ext cx="15299889" cy="159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6708326"/>
            <a:ext cx="15299889" cy="159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2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341671"/>
            <a:ext cx="31049774" cy="48708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6177496"/>
            <a:ext cx="15229574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9204991"/>
            <a:ext cx="15229574" cy="13539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6177496"/>
            <a:ext cx="15304578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9204991"/>
            <a:ext cx="15304578" cy="13539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4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7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05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679998"/>
            <a:ext cx="11610853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3628335"/>
            <a:ext cx="18224867" cy="17908316"/>
          </a:xfrm>
        </p:spPr>
        <p:txBody>
          <a:bodyPr/>
          <a:lstStyle>
            <a:lvl1pPr>
              <a:defRPr sz="11758"/>
            </a:lvl1pPr>
            <a:lvl2pPr>
              <a:defRPr sz="10289"/>
            </a:lvl2pPr>
            <a:lvl3pPr>
              <a:defRPr sz="8819"/>
            </a:lvl3pPr>
            <a:lvl4pPr>
              <a:defRPr sz="7349"/>
            </a:lvl4pPr>
            <a:lvl5pPr>
              <a:defRPr sz="7349"/>
            </a:lvl5pPr>
            <a:lvl6pPr>
              <a:defRPr sz="7349"/>
            </a:lvl6pPr>
            <a:lvl7pPr>
              <a:defRPr sz="7349"/>
            </a:lvl7pPr>
            <a:lvl8pPr>
              <a:defRPr sz="7349"/>
            </a:lvl8pPr>
            <a:lvl9pPr>
              <a:defRPr sz="73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7559993"/>
            <a:ext cx="11610853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97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679998"/>
            <a:ext cx="11610853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3628335"/>
            <a:ext cx="18224867" cy="17908316"/>
          </a:xfrm>
        </p:spPr>
        <p:txBody>
          <a:bodyPr anchor="t"/>
          <a:lstStyle>
            <a:lvl1pPr marL="0" indent="0">
              <a:buNone/>
              <a:defRPr sz="11758"/>
            </a:lvl1pPr>
            <a:lvl2pPr marL="1679981" indent="0">
              <a:buNone/>
              <a:defRPr sz="10289"/>
            </a:lvl2pPr>
            <a:lvl3pPr marL="3359963" indent="0">
              <a:buNone/>
              <a:defRPr sz="8819"/>
            </a:lvl3pPr>
            <a:lvl4pPr marL="5039944" indent="0">
              <a:buNone/>
              <a:defRPr sz="7349"/>
            </a:lvl4pPr>
            <a:lvl5pPr marL="6719926" indent="0">
              <a:buNone/>
              <a:defRPr sz="7349"/>
            </a:lvl5pPr>
            <a:lvl6pPr marL="8399907" indent="0">
              <a:buNone/>
              <a:defRPr sz="7349"/>
            </a:lvl6pPr>
            <a:lvl7pPr marL="10079888" indent="0">
              <a:buNone/>
              <a:defRPr sz="7349"/>
            </a:lvl7pPr>
            <a:lvl8pPr marL="11759870" indent="0">
              <a:buNone/>
              <a:defRPr sz="7349"/>
            </a:lvl8pPr>
            <a:lvl9pPr marL="13439851" indent="0">
              <a:buNone/>
              <a:defRPr sz="73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7559993"/>
            <a:ext cx="11610853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06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75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341665"/>
            <a:ext cx="7762444" cy="213558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341665"/>
            <a:ext cx="22837334" cy="213558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6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341671"/>
            <a:ext cx="31049774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6708326"/>
            <a:ext cx="31049774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23356649"/>
            <a:ext cx="8099941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BFBC8-CE72-EF49-83B3-C915A10C458B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23356649"/>
            <a:ext cx="12149912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23356649"/>
            <a:ext cx="8099941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24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359963" rtl="0" eaLnBrk="1" latinLnBrk="0" hangingPunct="1">
        <a:lnSpc>
          <a:spcPct val="90000"/>
        </a:lnSpc>
        <a:spcBef>
          <a:spcPct val="0"/>
        </a:spcBef>
        <a:buNone/>
        <a:defRPr sz="161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991" indent="-839991" algn="l" defTabSz="3359963" rtl="0" eaLnBrk="1" latinLnBrk="0" hangingPunct="1">
        <a:lnSpc>
          <a:spcPct val="90000"/>
        </a:lnSpc>
        <a:spcBef>
          <a:spcPts val="3674"/>
        </a:spcBef>
        <a:buFont typeface="Arial" panose="020B0604020202020204" pitchFamily="34" charset="0"/>
        <a:buChar char="•"/>
        <a:defRPr sz="10289" kern="1200">
          <a:solidFill>
            <a:schemeClr val="tx1"/>
          </a:solidFill>
          <a:latin typeface="+mn-lt"/>
          <a:ea typeface="+mn-ea"/>
          <a:cs typeface="+mn-cs"/>
        </a:defRPr>
      </a:lvl1pPr>
      <a:lvl2pPr marL="251997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2pPr>
      <a:lvl3pPr marL="4199954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7349" kern="1200">
          <a:solidFill>
            <a:schemeClr val="tx1"/>
          </a:solidFill>
          <a:latin typeface="+mn-lt"/>
          <a:ea typeface="+mn-ea"/>
          <a:cs typeface="+mn-cs"/>
        </a:defRPr>
      </a:lvl3pPr>
      <a:lvl4pPr marL="5879935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7559916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9239898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919879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2599861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427984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7998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359963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039944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6719926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8399907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079888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175987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343985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diagramQuickStyle" Target="../diagrams/quickStyle1.xml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21" Type="http://schemas.openxmlformats.org/officeDocument/2006/relationships/image" Target="../media/image13.svg"/><Relationship Id="rId7" Type="http://schemas.openxmlformats.org/officeDocument/2006/relationships/image" Target="../media/image6.svg"/><Relationship Id="rId12" Type="http://schemas.openxmlformats.org/officeDocument/2006/relationships/diagramLayout" Target="../diagrams/layout1.xml"/><Relationship Id="rId17" Type="http://schemas.openxmlformats.org/officeDocument/2006/relationships/image" Target="../media/image9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diagramData" Target="../diagrams/data1.xml"/><Relationship Id="rId24" Type="http://schemas.openxmlformats.org/officeDocument/2006/relationships/image" Target="../media/image16.jpeg"/><Relationship Id="rId5" Type="http://schemas.openxmlformats.org/officeDocument/2006/relationships/image" Target="../media/image4.svg"/><Relationship Id="rId15" Type="http://schemas.microsoft.com/office/2007/relationships/diagramDrawing" Target="../diagrams/drawing1.xml"/><Relationship Id="rId23" Type="http://schemas.openxmlformats.org/officeDocument/2006/relationships/image" Target="../media/image15.jpeg"/><Relationship Id="rId10" Type="http://schemas.openxmlformats.org/officeDocument/2006/relationships/chart" Target="../charts/chart1.xml"/><Relationship Id="rId19" Type="http://schemas.openxmlformats.org/officeDocument/2006/relationships/image" Target="../media/image11.svg"/><Relationship Id="rId4" Type="http://schemas.openxmlformats.org/officeDocument/2006/relationships/image" Target="../media/image3.png"/><Relationship Id="rId9" Type="http://schemas.microsoft.com/office/2007/relationships/hdphoto" Target="../media/hdphoto1.wdp"/><Relationship Id="rId14" Type="http://schemas.openxmlformats.org/officeDocument/2006/relationships/diagramColors" Target="../diagrams/colors1.xml"/><Relationship Id="rId2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28">
            <a:extLst>
              <a:ext uri="{FF2B5EF4-FFF2-40B4-BE49-F238E27FC236}">
                <a16:creationId xmlns:a16="http://schemas.microsoft.com/office/drawing/2014/main" id="{6FBAF862-1ED3-C461-F47C-729D137615E3}"/>
              </a:ext>
            </a:extLst>
          </p:cNvPr>
          <p:cNvSpPr/>
          <p:nvPr/>
        </p:nvSpPr>
        <p:spPr>
          <a:xfrm>
            <a:off x="93849" y="18722"/>
            <a:ext cx="11752653" cy="12455090"/>
          </a:xfrm>
          <a:custGeom>
            <a:avLst/>
            <a:gdLst>
              <a:gd name="connsiteX0" fmla="*/ 0 w 8312682"/>
              <a:gd name="connsiteY0" fmla="*/ 0 h 8809518"/>
              <a:gd name="connsiteX1" fmla="*/ 8312682 w 8312682"/>
              <a:gd name="connsiteY1" fmla="*/ 0 h 8809518"/>
              <a:gd name="connsiteX2" fmla="*/ 8248871 w 8312682"/>
              <a:gd name="connsiteY2" fmla="*/ 357325 h 8809518"/>
              <a:gd name="connsiteX3" fmla="*/ 264970 w 8312682"/>
              <a:gd name="connsiteY3" fmla="*/ 8748363 h 8809518"/>
              <a:gd name="connsiteX4" fmla="*/ 0 w 8312682"/>
              <a:gd name="connsiteY4" fmla="*/ 8809518 h 8809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2682" h="8809518">
                <a:moveTo>
                  <a:pt x="0" y="0"/>
                </a:moveTo>
                <a:lnTo>
                  <a:pt x="8312682" y="0"/>
                </a:lnTo>
                <a:lnTo>
                  <a:pt x="8248871" y="357325"/>
                </a:lnTo>
                <a:cubicBezTo>
                  <a:pt x="7410895" y="4452411"/>
                  <a:pt x="4284949" y="7714069"/>
                  <a:pt x="264970" y="8748363"/>
                </a:cubicBezTo>
                <a:lnTo>
                  <a:pt x="0" y="8809518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37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EA173A7C-98D4-662B-E91A-3ACB122111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078827" y="12725249"/>
            <a:ext cx="11752653" cy="12455090"/>
          </a:xfrm>
          <a:custGeom>
            <a:avLst/>
            <a:gdLst>
              <a:gd name="connsiteX0" fmla="*/ 0 w 8312682"/>
              <a:gd name="connsiteY0" fmla="*/ 0 h 8809518"/>
              <a:gd name="connsiteX1" fmla="*/ 8312682 w 8312682"/>
              <a:gd name="connsiteY1" fmla="*/ 0 h 8809518"/>
              <a:gd name="connsiteX2" fmla="*/ 8248871 w 8312682"/>
              <a:gd name="connsiteY2" fmla="*/ 357325 h 8809518"/>
              <a:gd name="connsiteX3" fmla="*/ 264970 w 8312682"/>
              <a:gd name="connsiteY3" fmla="*/ 8748363 h 8809518"/>
              <a:gd name="connsiteX4" fmla="*/ 0 w 8312682"/>
              <a:gd name="connsiteY4" fmla="*/ 8809518 h 8809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2682" h="8809518">
                <a:moveTo>
                  <a:pt x="0" y="0"/>
                </a:moveTo>
                <a:lnTo>
                  <a:pt x="8312682" y="0"/>
                </a:lnTo>
                <a:lnTo>
                  <a:pt x="8248871" y="357325"/>
                </a:lnTo>
                <a:cubicBezTo>
                  <a:pt x="7410895" y="4452411"/>
                  <a:pt x="4284949" y="7714069"/>
                  <a:pt x="264970" y="8748363"/>
                </a:cubicBezTo>
                <a:lnTo>
                  <a:pt x="0" y="8809518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37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1BDC1F-4253-93BE-E909-D2E3E16B33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44" y="23773252"/>
            <a:ext cx="35651367" cy="140708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FEDB904-F567-0976-A615-296E3DFB021F}"/>
              </a:ext>
            </a:extLst>
          </p:cNvPr>
          <p:cNvGrpSpPr/>
          <p:nvPr/>
        </p:nvGrpSpPr>
        <p:grpSpPr>
          <a:xfrm>
            <a:off x="185731" y="18722"/>
            <a:ext cx="35651367" cy="1407088"/>
            <a:chOff x="185731" y="18722"/>
            <a:chExt cx="35651367" cy="140708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F0D1D2B-CD74-3EC0-1A7E-DD2823DA6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731" y="18722"/>
              <a:ext cx="35651367" cy="140708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A5350F39-C37A-6532-34D2-E7EA62778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408874" y="257838"/>
              <a:ext cx="3655103" cy="928853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FF67915-D1F3-C9D7-C6EC-4FD70CFE9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35764" y="181120"/>
              <a:ext cx="5796815" cy="1005571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5E4EFAB-AB8C-CA28-1D50-48A1B49E8B20}"/>
              </a:ext>
            </a:extLst>
          </p:cNvPr>
          <p:cNvSpPr>
            <a:spLocks/>
          </p:cNvSpPr>
          <p:nvPr/>
        </p:nvSpPr>
        <p:spPr>
          <a:xfrm>
            <a:off x="809778" y="1440891"/>
            <a:ext cx="34403273" cy="2209893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646357" rtl="0" eaLnBrk="1" latinLnBrk="0" hangingPunct="1"/>
            <a:endParaRPr lang="en-US" sz="3037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DC5E95-292C-ABA8-58EF-6AEFEBCEF01C}"/>
              </a:ext>
            </a:extLst>
          </p:cNvPr>
          <p:cNvSpPr txBox="1">
            <a:spLocks/>
          </p:cNvSpPr>
          <p:nvPr/>
        </p:nvSpPr>
        <p:spPr>
          <a:xfrm>
            <a:off x="4171583" y="1578118"/>
            <a:ext cx="281353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72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WakeUp</a:t>
            </a:r>
            <a:r>
              <a:rPr lang="en-US" sz="7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! - Real-Time Driver Fatigue &amp; Distraction Monitoring System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56FB1D-CB3A-ADB9-F137-C4249CAB9851}"/>
              </a:ext>
            </a:extLst>
          </p:cNvPr>
          <p:cNvSpPr txBox="1">
            <a:spLocks/>
          </p:cNvSpPr>
          <p:nvPr/>
        </p:nvSpPr>
        <p:spPr>
          <a:xfrm>
            <a:off x="4171582" y="2765365"/>
            <a:ext cx="28135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 Number: 25-1-1-3398 | Yoav Dychtwald | Roy Sarafov | Advisor</a:t>
            </a:r>
            <a:r>
              <a:rPr lang="he-IL" sz="4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Mr</a:t>
            </a:r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Asi Barak</a:t>
            </a:r>
            <a:endParaRPr lang="he-IL" sz="4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3" name="Picture 22" descr="A green car with black text&#10;&#10;Description automatically generated">
            <a:extLst>
              <a:ext uri="{FF2B5EF4-FFF2-40B4-BE49-F238E27FC236}">
                <a16:creationId xmlns:a16="http://schemas.microsoft.com/office/drawing/2014/main" id="{557243A9-2A3B-C6CD-E125-7C2A6FEFC66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18313" y1="55963" x2="24688" y2="55963"/>
                        <a14:foregroundMark x1="20512" y1="50828" x2="19275" y2="49308"/>
                        <a14:foregroundMark x1="22201" y1="52905" x2="21045" y2="51484"/>
                        <a14:foregroundMark x1="24688" y1="55963" x2="22237" y2="52950"/>
                        <a14:foregroundMark x1="22850" y1="52276" x2="27500" y2="56422"/>
                        <a14:foregroundMark x1="19388" y1="49189" x2="20669" y2="50331"/>
                        <a14:foregroundMark x1="27500" y1="56422" x2="34375" y2="53670"/>
                        <a14:foregroundMark x1="34375" y1="53670" x2="34005" y2="52167"/>
                        <a14:foregroundMark x1="48471" y1="52316" x2="49403" y2="52474"/>
                        <a14:foregroundMark x1="45728" y1="51852" x2="46349" y2="51957"/>
                        <a14:foregroundMark x1="43066" y1="51401" x2="43734" y2="51514"/>
                        <a14:foregroundMark x1="41802" y1="51187" x2="42919" y2="51376"/>
                        <a14:foregroundMark x1="57673" y1="52292" x2="58836" y2="52237"/>
                        <a14:foregroundMark x1="54988" y1="52419" x2="55137" y2="52412"/>
                        <a14:foregroundMark x1="50375" y1="52638" x2="52862" y2="52520"/>
                        <a14:foregroundMark x1="66648" y1="52592" x2="67117" y2="52622"/>
                        <a14:foregroundMark x1="63008" y1="52363" x2="64435" y2="52453"/>
                        <a14:foregroundMark x1="60848" y1="52228" x2="61599" y2="52275"/>
                        <a14:foregroundMark x1="75438" y1="51600" x2="78384" y2="52296"/>
                        <a14:foregroundMark x1="74308" y1="51334" x2="75352" y2="51580"/>
                        <a14:foregroundMark x1="75222" y1="59732" x2="74625" y2="60550"/>
                        <a14:foregroundMark x1="77057" y1="57216" x2="75768" y2="58983"/>
                        <a14:foregroundMark x1="78714" y1="54944" x2="76410" y2="58102"/>
                        <a14:foregroundMark x1="74625" y1="60550" x2="73203" y2="60712"/>
                        <a14:foregroundMark x1="21362" y1="62206" x2="19250" y2="60894"/>
                        <a14:foregroundMark x1="19250" y1="60894" x2="24181" y2="52119"/>
                        <a14:foregroundMark x1="30346" y1="44893" x2="30855" y2="44381"/>
                        <a14:foregroundMark x1="26865" y1="48397" x2="28284" y2="46968"/>
                        <a14:foregroundMark x1="35353" y1="35793" x2="34638" y2="36180"/>
                        <a14:foregroundMark x1="19890" y1="52934" x2="22063" y2="60436"/>
                        <a14:foregroundMark x1="18941" y1="49656" x2="19869" y2="52861"/>
                        <a14:foregroundMark x1="31207" y1="61475" x2="33883" y2="61779"/>
                        <a14:foregroundMark x1="22063" y1="60436" x2="22369" y2="60471"/>
                        <a14:foregroundMark x1="76228" y1="58973" x2="76129" y2="58065"/>
                        <a14:foregroundMark x1="35558" y1="39848" x2="35069" y2="39709"/>
                        <a14:foregroundMark x1="55575" y1="45528" x2="54829" y2="45316"/>
                        <a14:foregroundMark x1="67070" y1="48790" x2="66085" y2="48510"/>
                        <a14:foregroundMark x1="71658" y1="50092" x2="71153" y2="49949"/>
                        <a14:foregroundMark x1="75375" y1="51147" x2="74368" y2="50861"/>
                        <a14:foregroundMark x1="80535" y1="52056" x2="81070" y2="52661"/>
                        <a14:foregroundMark x1="80815" y1="55984" x2="79110" y2="58992"/>
                        <a14:foregroundMark x1="74418" y1="62523" x2="72926" y2="62656"/>
                        <a14:foregroundMark x1="15987" y1="55584" x2="21656" y2="46821"/>
                        <a14:foregroundMark x1="35092" y1="37404" x2="36250" y2="36812"/>
                        <a14:foregroundMark x1="79907" y1="47034" x2="81626" y2="51111"/>
                        <a14:foregroundMark x1="80313" y1="55702" x2="80313" y2="55161"/>
                        <a14:foregroundMark x1="81058" y1="52818" x2="80750" y2="48853"/>
                        <a14:foregroundMark x1="81540" y1="58999" x2="81441" y2="57719"/>
                        <a14:foregroundMark x1="80750" y1="48853" x2="80313" y2="47706"/>
                        <a14:foregroundMark x1="80928" y1="46448" x2="80405" y2="45031"/>
                        <a14:foregroundMark x1="81688" y1="48509" x2="81103" y2="46924"/>
                        <a14:foregroundMark x1="82125" y1="47706" x2="82125" y2="47706"/>
                        <a14:foregroundMark x1="30688" y1="43119" x2="31313" y2="44610"/>
                        <a14:foregroundMark x1="30739" y1="42352" x2="31063" y2="42431"/>
                        <a14:foregroundMark x1="30125" y1="42202" x2="30562" y2="42309"/>
                        <a14:foregroundMark x1="32758" y1="40077" x2="33375" y2="41743"/>
                        <a14:foregroundMark x1="20500" y1="50688" x2="20500" y2="51376"/>
                        <a14:foregroundMark x1="23688" y1="51950" x2="24625" y2="52179"/>
                        <a14:foregroundMark x1="30188" y1="44037" x2="30938" y2="42661"/>
                        <a14:foregroundMark x1="32750" y1="41858" x2="33125" y2="41170"/>
                        <a14:backgroundMark x1="14500" y1="44151" x2="21375" y2="39564"/>
                        <a14:backgroundMark x1="21375" y1="39564" x2="22000" y2="38761"/>
                        <a14:backgroundMark x1="18375" y1="39679" x2="18375" y2="39679"/>
                        <a14:backgroundMark x1="18750" y1="39450" x2="18750" y2="39450"/>
                        <a14:backgroundMark x1="19000" y1="39220" x2="19000" y2="39220"/>
                        <a14:backgroundMark x1="19438" y1="38991" x2="19438" y2="38991"/>
                        <a14:backgroundMark x1="19438" y1="38991" x2="19438" y2="38991"/>
                        <a14:backgroundMark x1="19438" y1="38991" x2="19438" y2="38991"/>
                        <a14:backgroundMark x1="18875" y1="39450" x2="18875" y2="39450"/>
                        <a14:backgroundMark x1="18875" y1="39679" x2="18875" y2="39679"/>
                        <a14:backgroundMark x1="18750" y1="40138" x2="18750" y2="40138"/>
                        <a14:backgroundMark x1="19938" y1="40482" x2="16625" y2="40711"/>
                        <a14:backgroundMark x1="16625" y1="40711" x2="19063" y2="40138"/>
                        <a14:backgroundMark x1="19063" y1="40138" x2="16813" y2="39220"/>
                        <a14:backgroundMark x1="16813" y1="39220" x2="18500" y2="39220"/>
                        <a14:backgroundMark x1="13438" y1="44839" x2="12313" y2="49656"/>
                        <a14:backgroundMark x1="12313" y1="49656" x2="12313" y2="45298"/>
                        <a14:backgroundMark x1="12313" y1="45298" x2="12125" y2="51376"/>
                        <a14:backgroundMark x1="12125" y1="51376" x2="14000" y2="46560"/>
                        <a14:backgroundMark x1="14000" y1="46560" x2="13313" y2="55849"/>
                        <a14:backgroundMark x1="13313" y1="55849" x2="13250" y2="41170"/>
                        <a14:backgroundMark x1="13250" y1="41170" x2="11563" y2="50688"/>
                        <a14:backgroundMark x1="11563" y1="50688" x2="13313" y2="45298"/>
                        <a14:backgroundMark x1="13313" y1="45298" x2="13000" y2="51261"/>
                        <a14:backgroundMark x1="13563" y1="55619" x2="14875" y2="68463"/>
                        <a14:backgroundMark x1="14875" y1="68463" x2="16563" y2="69839"/>
                        <a14:backgroundMark x1="16563" y1="69839" x2="22750" y2="70642"/>
                        <a14:backgroundMark x1="22750" y1="70642" x2="24938" y2="70528"/>
                        <a14:backgroundMark x1="24938" y1="70528" x2="29438" y2="67431"/>
                        <a14:backgroundMark x1="29438" y1="67431" x2="18750" y2="67431"/>
                        <a14:backgroundMark x1="18750" y1="67431" x2="23875" y2="65940"/>
                        <a14:backgroundMark x1="23875" y1="65940" x2="21438" y2="65940"/>
                        <a14:backgroundMark x1="21438" y1="65940" x2="24938" y2="65252"/>
                        <a14:backgroundMark x1="15687" y1="66743" x2="15687" y2="66743"/>
                        <a14:backgroundMark x1="15438" y1="64679" x2="15438" y2="64679"/>
                        <a14:backgroundMark x1="15563" y1="64450" x2="15563" y2="64450"/>
                        <a14:backgroundMark x1="15812" y1="64220" x2="15812" y2="64220"/>
                        <a14:backgroundMark x1="15937" y1="64220" x2="15937" y2="64220"/>
                        <a14:backgroundMark x1="16750" y1="63991" x2="16750" y2="63991"/>
                        <a14:backgroundMark x1="17000" y1="64450" x2="15063" y2="63073"/>
                        <a14:backgroundMark x1="15063" y1="63073" x2="16875" y2="64679"/>
                        <a14:backgroundMark x1="16875" y1="64679" x2="15188" y2="61697"/>
                        <a14:backgroundMark x1="15188" y1="61697" x2="14813" y2="54931"/>
                        <a14:backgroundMark x1="14813" y1="54931" x2="15250" y2="58372"/>
                        <a14:backgroundMark x1="15250" y1="58372" x2="18125" y2="63876"/>
                        <a14:backgroundMark x1="18125" y1="63876" x2="18375" y2="66399"/>
                        <a14:backgroundMark x1="18063" y1="66743" x2="20688" y2="71560"/>
                        <a14:backgroundMark x1="20688" y1="71560" x2="16875" y2="66399"/>
                        <a14:backgroundMark x1="20875" y1="64450" x2="29625" y2="62729"/>
                        <a14:backgroundMark x1="29625" y1="62729" x2="24563" y2="63991"/>
                        <a14:backgroundMark x1="24563" y1="63991" x2="26438" y2="62041"/>
                        <a14:backgroundMark x1="26438" y1="62041" x2="30375" y2="63532"/>
                        <a14:backgroundMark x1="30375" y1="63532" x2="29313" y2="66972"/>
                        <a14:backgroundMark x1="29313" y1="66972" x2="24125" y2="67661"/>
                        <a14:backgroundMark x1="24125" y1="67661" x2="26125" y2="66170"/>
                        <a14:backgroundMark x1="26125" y1="66170" x2="29938" y2="65367"/>
                        <a14:backgroundMark x1="29938" y1="65367" x2="24563" y2="65138"/>
                        <a14:backgroundMark x1="24563" y1="65138" x2="28688" y2="64564"/>
                        <a14:backgroundMark x1="28688" y1="64564" x2="27875" y2="64679"/>
                        <a14:backgroundMark x1="21438" y1="64679" x2="23063" y2="62959"/>
                        <a14:backgroundMark x1="23063" y1="62959" x2="25688" y2="62041"/>
                        <a14:backgroundMark x1="25688" y1="62041" x2="23875" y2="61812"/>
                        <a14:backgroundMark x1="23875" y1="61812" x2="23563" y2="61583"/>
                        <a14:backgroundMark x1="22375" y1="62271" x2="22375" y2="62271"/>
                        <a14:backgroundMark x1="22375" y1="62271" x2="22375" y2="62271"/>
                        <a14:backgroundMark x1="22375" y1="62271" x2="22375" y2="62271"/>
                        <a14:backgroundMark x1="21563" y1="63303" x2="21563" y2="63303"/>
                        <a14:backgroundMark x1="21063" y1="63303" x2="21063" y2="63303"/>
                        <a14:backgroundMark x1="21313" y1="62959" x2="21313" y2="62959"/>
                        <a14:backgroundMark x1="21563" y1="62729" x2="21688" y2="62500"/>
                        <a14:backgroundMark x1="22000" y1="62041" x2="26063" y2="61583"/>
                        <a14:backgroundMark x1="26063" y1="61583" x2="26500" y2="61583"/>
                        <a14:backgroundMark x1="28813" y1="67431" x2="52750" y2="64450"/>
                        <a14:backgroundMark x1="52750" y1="64450" x2="54625" y2="64450"/>
                        <a14:backgroundMark x1="54625" y1="64450" x2="62750" y2="63532"/>
                        <a14:backgroundMark x1="63313" y1="64679" x2="66813" y2="65023"/>
                        <a14:backgroundMark x1="66813" y1="65023" x2="74125" y2="70069"/>
                        <a14:backgroundMark x1="74125" y1="70069" x2="76313" y2="70183"/>
                        <a14:backgroundMark x1="66625" y1="72592" x2="76563" y2="70413"/>
                        <a14:backgroundMark x1="74688" y1="68463" x2="84563" y2="60780"/>
                        <a14:backgroundMark x1="74938" y1="65940" x2="77375" y2="62500"/>
                        <a14:backgroundMark x1="76688" y1="66743" x2="79375" y2="60780"/>
                        <a14:backgroundMark x1="78313" y1="64220" x2="79125" y2="61583"/>
                        <a14:backgroundMark x1="78938" y1="63303" x2="79250" y2="61239"/>
                        <a14:backgroundMark x1="79250" y1="61812" x2="81000" y2="62729"/>
                        <a14:backgroundMark x1="81000" y1="62729" x2="82063" y2="59862"/>
                        <a14:backgroundMark x1="82063" y1="59862" x2="81313" y2="55275"/>
                        <a14:backgroundMark x1="81313" y1="55275" x2="82313" y2="46101"/>
                        <a14:backgroundMark x1="82313" y1="50459" x2="81750" y2="57798"/>
                        <a14:backgroundMark x1="81750" y1="57798" x2="83250" y2="49771"/>
                        <a14:backgroundMark x1="18375" y1="48968" x2="30125" y2="36697"/>
                        <a14:backgroundMark x1="22375" y1="42202" x2="29313" y2="32798"/>
                        <a14:backgroundMark x1="27187" y1="44610" x2="33063" y2="34977"/>
                        <a14:backgroundMark x1="28000" y1="41399" x2="31625" y2="34518"/>
                        <a14:backgroundMark x1="26125" y1="42431" x2="30938" y2="36239"/>
                        <a14:backgroundMark x1="21438" y1="40482" x2="26250" y2="33028"/>
                        <a14:backgroundMark x1="25563" y1="39220" x2="29313" y2="34748"/>
                        <a14:backgroundMark x1="29313" y1="34748" x2="29875" y2="33830"/>
                        <a14:backgroundMark x1="33313" y1="47592" x2="43750" y2="39106"/>
                        <a14:backgroundMark x1="43750" y1="39106" x2="45688" y2="38991"/>
                        <a14:backgroundMark x1="45688" y1="38991" x2="49313" y2="41628"/>
                        <a14:backgroundMark x1="49313" y1="41628" x2="50938" y2="39908"/>
                        <a14:backgroundMark x1="50938" y1="39908" x2="54937" y2="42431"/>
                        <a14:backgroundMark x1="54937" y1="42431" x2="56688" y2="40367"/>
                        <a14:backgroundMark x1="56688" y1="40367" x2="58813" y2="42202"/>
                        <a14:backgroundMark x1="58813" y1="42202" x2="61187" y2="39794"/>
                        <a14:backgroundMark x1="61187" y1="39794" x2="63063" y2="41170"/>
                        <a14:backgroundMark x1="63063" y1="41170" x2="64250" y2="38532"/>
                        <a14:backgroundMark x1="64250" y1="38532" x2="64625" y2="42431"/>
                        <a14:backgroundMark x1="64625" y1="42431" x2="66625" y2="39335"/>
                        <a14:backgroundMark x1="66625" y1="39335" x2="68500" y2="39220"/>
                        <a14:backgroundMark x1="68500" y1="39220" x2="70313" y2="40711"/>
                        <a14:backgroundMark x1="70313" y1="40711" x2="72375" y2="40826"/>
                        <a14:backgroundMark x1="72375" y1="40826" x2="73688" y2="43119"/>
                        <a14:backgroundMark x1="73688" y1="43119" x2="75438" y2="40367"/>
                        <a14:backgroundMark x1="75438" y1="40367" x2="76125" y2="44151"/>
                        <a14:backgroundMark x1="76125" y1="44151" x2="77500" y2="44839"/>
                        <a14:backgroundMark x1="48563" y1="41858" x2="66813" y2="30390"/>
                        <a14:backgroundMark x1="56375" y1="39679" x2="67188" y2="33257"/>
                        <a14:backgroundMark x1="58625" y1="40940" x2="70375" y2="35550"/>
                        <a14:backgroundMark x1="52188" y1="41399" x2="62625" y2="34518"/>
                        <a14:backgroundMark x1="62625" y1="34518" x2="62625" y2="34518"/>
                        <a14:backgroundMark x1="40813" y1="46101" x2="41688" y2="42775"/>
                        <a14:backgroundMark x1="41688" y1="42775" x2="44188" y2="44839"/>
                        <a14:backgroundMark x1="44188" y1="44839" x2="45375" y2="42087"/>
                        <a14:backgroundMark x1="45375" y1="42087" x2="46938" y2="40367"/>
                        <a14:backgroundMark x1="46938" y1="40367" x2="49188" y2="42775"/>
                        <a14:backgroundMark x1="49188" y1="42775" x2="51313" y2="43119"/>
                        <a14:backgroundMark x1="51313" y1="43119" x2="50875" y2="47018"/>
                        <a14:backgroundMark x1="50875" y1="47018" x2="52438" y2="44954"/>
                        <a14:backgroundMark x1="52438" y1="44954" x2="50875" y2="47821"/>
                        <a14:backgroundMark x1="50875" y1="47821" x2="48938" y2="48624"/>
                        <a14:backgroundMark x1="48938" y1="48624" x2="50063" y2="45872"/>
                        <a14:backgroundMark x1="50063" y1="45872" x2="53250" y2="43349"/>
                        <a14:backgroundMark x1="36938" y1="62959" x2="42250" y2="59862"/>
                        <a14:backgroundMark x1="42250" y1="59862" x2="47000" y2="62041"/>
                        <a14:backgroundMark x1="47000" y1="62041" x2="50813" y2="61583"/>
                        <a14:backgroundMark x1="50813" y1="61583" x2="54625" y2="62729"/>
                        <a14:backgroundMark x1="43750" y1="63991" x2="43750" y2="63991"/>
                        <a14:backgroundMark x1="43750" y1="63991" x2="43750" y2="63991"/>
                        <a14:backgroundMark x1="43375" y1="63991" x2="42688" y2="64220"/>
                        <a14:backgroundMark x1="41750" y1="63761" x2="41750" y2="63761"/>
                        <a14:backgroundMark x1="41250" y1="63532" x2="41250" y2="63532"/>
                        <a14:backgroundMark x1="40438" y1="63303" x2="40438" y2="63303"/>
                        <a14:backgroundMark x1="40813" y1="62500" x2="41750" y2="62271"/>
                        <a14:backgroundMark x1="41875" y1="62041" x2="41875" y2="62041"/>
                        <a14:backgroundMark x1="42188" y1="62271" x2="41125" y2="63532"/>
                        <a14:backgroundMark x1="41250" y1="63303" x2="42563" y2="63532"/>
                        <a14:backgroundMark x1="44688" y1="63303" x2="44688" y2="63303"/>
                        <a14:backgroundMark x1="44688" y1="63303" x2="43625" y2="63532"/>
                        <a14:backgroundMark x1="43375" y1="62959" x2="43375" y2="62959"/>
                        <a14:backgroundMark x1="44313" y1="62500" x2="43938" y2="62729"/>
                        <a14:backgroundMark x1="43000" y1="62729" x2="43625" y2="62959"/>
                        <a14:backgroundMark x1="45938" y1="62500" x2="42438" y2="63761"/>
                        <a14:backgroundMark x1="41625" y1="63532" x2="46063" y2="63532"/>
                        <a14:backgroundMark x1="46063" y1="63532" x2="38688" y2="64794"/>
                        <a14:backgroundMark x1="38688" y1="64794" x2="40375" y2="63647"/>
                        <a14:backgroundMark x1="40375" y1="63647" x2="34125" y2="63647"/>
                        <a14:backgroundMark x1="34125" y1="63647" x2="36000" y2="62729"/>
                        <a14:backgroundMark x1="36000" y1="62729" x2="33813" y2="63303"/>
                        <a14:backgroundMark x1="33813" y1="63303" x2="36125" y2="62959"/>
                        <a14:backgroundMark x1="36125" y1="62959" x2="36438" y2="62959"/>
                        <a14:backgroundMark x1="62250" y1="63761" x2="67938" y2="62500"/>
                        <a14:backgroundMark x1="67938" y1="62500" x2="66125" y2="63188"/>
                        <a14:backgroundMark x1="66125" y1="63188" x2="68125" y2="63188"/>
                        <a14:backgroundMark x1="68125" y1="63188" x2="65938" y2="63647"/>
                        <a14:backgroundMark x1="65938" y1="63647" x2="71438" y2="62615"/>
                        <a14:backgroundMark x1="71438" y1="62615" x2="65500" y2="65711"/>
                        <a14:backgroundMark x1="65500" y1="65711" x2="70938" y2="63188"/>
                        <a14:backgroundMark x1="70938" y1="63188" x2="72125" y2="60206"/>
                        <a14:backgroundMark x1="72125" y1="60206" x2="72938" y2="53555"/>
                        <a14:backgroundMark x1="72938" y1="53555" x2="72813" y2="50459"/>
                        <a14:backgroundMark x1="54875" y1="74541" x2="54625" y2="62500"/>
                        <a14:backgroundMark x1="55000" y1="62271" x2="54750" y2="63991"/>
                        <a14:backgroundMark x1="53688" y1="41858" x2="54188" y2="64220"/>
                        <a14:backgroundMark x1="49938" y1="55390" x2="49938" y2="55390"/>
                        <a14:backgroundMark x1="50438" y1="53899" x2="50438" y2="53899"/>
                        <a14:backgroundMark x1="50313" y1="52982" x2="50313" y2="52982"/>
                        <a14:backgroundMark x1="50438" y1="52982" x2="50438" y2="52982"/>
                        <a14:backgroundMark x1="50438" y1="52982" x2="50438" y2="52982"/>
                        <a14:backgroundMark x1="50438" y1="52982" x2="50438" y2="52982"/>
                        <a14:backgroundMark x1="50625" y1="52982" x2="50625" y2="52982"/>
                        <a14:backgroundMark x1="50875" y1="52982" x2="50875" y2="52982"/>
                        <a14:backgroundMark x1="50625" y1="52752" x2="50625" y2="52752"/>
                        <a14:backgroundMark x1="50313" y1="51950" x2="50313" y2="51950"/>
                        <a14:backgroundMark x1="50187" y1="52752" x2="50187" y2="52752"/>
                        <a14:backgroundMark x1="49688" y1="52982" x2="49688" y2="52982"/>
                        <a14:backgroundMark x1="50063" y1="52982" x2="50063" y2="52982"/>
                        <a14:backgroundMark x1="50313" y1="52752" x2="50313" y2="52752"/>
                        <a14:backgroundMark x1="50438" y1="52408" x2="50438" y2="52408"/>
                        <a14:backgroundMark x1="50625" y1="52179" x2="50625" y2="52179"/>
                        <a14:backgroundMark x1="51125" y1="52408" x2="51125" y2="52408"/>
                        <a14:backgroundMark x1="51250" y1="52408" x2="51250" y2="52408"/>
                        <a14:backgroundMark x1="51000" y1="52408" x2="51000" y2="52408"/>
                        <a14:backgroundMark x1="50875" y1="52408" x2="50875" y2="52408"/>
                        <a14:backgroundMark x1="50750" y1="52408" x2="50750" y2="52408"/>
                        <a14:backgroundMark x1="50750" y1="52408" x2="50750" y2="52408"/>
                        <a14:backgroundMark x1="50313" y1="52752" x2="50313" y2="52752"/>
                        <a14:backgroundMark x1="50187" y1="52752" x2="49813" y2="53211"/>
                        <a14:backgroundMark x1="49813" y1="52982" x2="49813" y2="52982"/>
                        <a14:backgroundMark x1="49813" y1="53211" x2="49813" y2="53211"/>
                        <a14:backgroundMark x1="50313" y1="52982" x2="50313" y2="52982"/>
                        <a14:backgroundMark x1="50750" y1="52752" x2="50750" y2="52752"/>
                        <a14:backgroundMark x1="51000" y1="52752" x2="51000" y2="52752"/>
                        <a14:backgroundMark x1="51000" y1="52752" x2="51000" y2="52752"/>
                        <a14:backgroundMark x1="51250" y1="52752" x2="51250" y2="52752"/>
                        <a14:backgroundMark x1="51250" y1="52752" x2="51250" y2="52752"/>
                        <a14:backgroundMark x1="51250" y1="52752" x2="51250" y2="52752"/>
                        <a14:backgroundMark x1="59938" y1="44610" x2="58250" y2="46560"/>
                        <a14:backgroundMark x1="58250" y1="46560" x2="57000" y2="48968"/>
                        <a14:backgroundMark x1="57000" y1="48968" x2="56625" y2="51950"/>
                        <a14:backgroundMark x1="66000" y1="43807" x2="60750" y2="49197"/>
                        <a14:backgroundMark x1="60750" y1="49197" x2="59688" y2="51835"/>
                        <a14:backgroundMark x1="59688" y1="51835" x2="59438" y2="55390"/>
                        <a14:backgroundMark x1="59438" y1="55390" x2="60125" y2="58372"/>
                        <a14:backgroundMark x1="64625" y1="45872" x2="66000" y2="55849"/>
                        <a14:backgroundMark x1="69188" y1="45069" x2="69313" y2="56422"/>
                        <a14:backgroundMark x1="77625" y1="37500" x2="79875" y2="55505"/>
                        <a14:backgroundMark x1="79875" y1="55505" x2="78938" y2="62385"/>
                        <a14:backgroundMark x1="78938" y1="62385" x2="77625" y2="65138"/>
                        <a14:backgroundMark x1="77625" y1="65138" x2="77750" y2="61812"/>
                        <a14:backgroundMark x1="77750" y1="61812" x2="76000" y2="61583"/>
                        <a14:backgroundMark x1="27563" y1="43807" x2="30875" y2="47821"/>
                        <a14:backgroundMark x1="30875" y1="47821" x2="32813" y2="48280"/>
                        <a14:backgroundMark x1="32813" y1="48280" x2="34625" y2="47592"/>
                        <a14:backgroundMark x1="34625" y1="47592" x2="35625" y2="44151"/>
                        <a14:backgroundMark x1="35625" y1="44151" x2="40250" y2="36468"/>
                        <a14:backgroundMark x1="40250" y1="36468" x2="40313" y2="36468"/>
                        <a14:backgroundMark x1="31063" y1="48968" x2="34563" y2="50459"/>
                        <a14:backgroundMark x1="32688" y1="50459" x2="33625" y2="50459"/>
                        <a14:backgroundMark x1="33063" y1="50688" x2="33875" y2="51032"/>
                        <a14:backgroundMark x1="32813" y1="51491" x2="34000" y2="52179"/>
                        <a14:backgroundMark x1="22625" y1="51261" x2="24188" y2="49541"/>
                        <a14:backgroundMark x1="24188" y1="49541" x2="22250" y2="50000"/>
                        <a14:backgroundMark x1="25563" y1="49771" x2="28500" y2="50688"/>
                        <a14:backgroundMark x1="25875" y1="48739" x2="27063" y2="49312"/>
                        <a14:backgroundMark x1="31188" y1="47248" x2="37750" y2="39908"/>
                        <a14:backgroundMark x1="37750" y1="39908" x2="37875" y2="36468"/>
                        <a14:backgroundMark x1="37875" y1="36468" x2="39313" y2="39220"/>
                        <a14:backgroundMark x1="39313" y1="39220" x2="41625" y2="39908"/>
                        <a14:backgroundMark x1="41625" y1="39908" x2="38813" y2="40596"/>
                        <a14:backgroundMark x1="38813" y1="40596" x2="40438" y2="38761"/>
                        <a14:backgroundMark x1="40438" y1="38761" x2="37938" y2="41399"/>
                        <a14:backgroundMark x1="37938" y1="41399" x2="40625" y2="39908"/>
                        <a14:backgroundMark x1="40625" y1="39908" x2="35813" y2="43807"/>
                        <a14:backgroundMark x1="35813" y1="43807" x2="38000" y2="42661"/>
                        <a14:backgroundMark x1="38000" y1="42661" x2="35813" y2="44151"/>
                        <a14:backgroundMark x1="35813" y1="44151" x2="40750" y2="40940"/>
                        <a14:backgroundMark x1="40750" y1="40940" x2="45063" y2="40138"/>
                        <a14:backgroundMark x1="45063" y1="40138" x2="42688" y2="43119"/>
                        <a14:backgroundMark x1="42688" y1="43119" x2="45188" y2="41972"/>
                        <a14:backgroundMark x1="45188" y1="41972" x2="43313" y2="43349"/>
                        <a14:backgroundMark x1="43313" y1="43349" x2="45625" y2="42317"/>
                        <a14:backgroundMark x1="45625" y1="42317" x2="43750" y2="45183"/>
                        <a14:backgroundMark x1="43750" y1="45183" x2="46375" y2="43693"/>
                        <a14:backgroundMark x1="46375" y1="43693" x2="47125" y2="43807"/>
                        <a14:backgroundMark x1="46875" y1="43578" x2="48688" y2="42546"/>
                        <a14:backgroundMark x1="48688" y1="42546" x2="48750" y2="42661"/>
                        <a14:backgroundMark x1="31473" y1="39796" x2="30938" y2="37271"/>
                        <a14:backgroundMark x1="32380" y1="44077" x2="31693" y2="40836"/>
                        <a14:backgroundMark x1="32688" y1="45528" x2="32380" y2="44077"/>
                        <a14:backgroundMark x1="32250" y1="36468" x2="34125" y2="37500"/>
                        <a14:backgroundMark x1="34125" y1="37500" x2="33988" y2="39934"/>
                        <a14:backgroundMark x1="32182" y1="43934" x2="38188" y2="39450"/>
                        <a14:backgroundMark x1="38188" y1="39450" x2="36375" y2="37959"/>
                        <a14:backgroundMark x1="36375" y1="37959" x2="38125" y2="38991"/>
                        <a14:backgroundMark x1="38125" y1="38991" x2="39250" y2="41743"/>
                        <a14:backgroundMark x1="39250" y1="41743" x2="40938" y2="52752"/>
                        <a14:backgroundMark x1="31313" y1="48509" x2="32000" y2="45183"/>
                        <a14:backgroundMark x1="32000" y1="45183" x2="31875" y2="43578"/>
                        <a14:backgroundMark x1="32000" y1="44381" x2="32000" y2="44381"/>
                        <a14:backgroundMark x1="47438" y1="51835" x2="47125" y2="55275"/>
                        <a14:backgroundMark x1="44375" y1="51032" x2="45000" y2="53670"/>
                        <a14:backgroundMark x1="42688" y1="52179" x2="42875" y2="52064"/>
                        <a14:backgroundMark x1="30000" y1="61697" x2="30625" y2="61124"/>
                        <a14:backgroundMark x1="22188" y1="61009" x2="23500" y2="60894"/>
                        <a14:backgroundMark x1="22375" y1="61927" x2="21750" y2="62844"/>
                        <a14:backgroundMark x1="30500" y1="61468" x2="30750" y2="62041"/>
                        <a14:backgroundMark x1="34500" y1="61927" x2="34125" y2="62271"/>
                        <a14:backgroundMark x1="26438" y1="48968" x2="26875" y2="48624"/>
                        <a14:backgroundMark x1="27250" y1="48968" x2="27063" y2="48624"/>
                        <a14:backgroundMark x1="35000" y1="37156" x2="33125" y2="37500"/>
                        <a14:backgroundMark x1="33125" y1="37500" x2="31563" y2="38761"/>
                        <a14:backgroundMark x1="35000" y1="37271" x2="35438" y2="36583"/>
                        <a14:backgroundMark x1="31750" y1="38532" x2="31436" y2="39973"/>
                        <a14:backgroundMark x1="31250" y1="38647" x2="31188" y2="39335"/>
                        <a14:backgroundMark x1="32727" y1="42891" x2="33313" y2="42661"/>
                        <a14:backgroundMark x1="34188" y1="42317" x2="33438" y2="42431"/>
                        <a14:backgroundMark x1="32000" y1="40138" x2="32875" y2="39679"/>
                        <a14:backgroundMark x1="66875" y1="61927" x2="71563" y2="60092"/>
                        <a14:backgroundMark x1="71563" y1="64679" x2="72813" y2="60092"/>
                        <a14:backgroundMark x1="76188" y1="66858" x2="76000" y2="63188"/>
                        <a14:backgroundMark x1="76000" y1="63188" x2="75500" y2="61124"/>
                        <a14:backgroundMark x1="79250" y1="58486" x2="78125" y2="60092"/>
                        <a14:backgroundMark x1="75688" y1="54014" x2="75313" y2="54472"/>
                        <a14:backgroundMark x1="76063" y1="54128" x2="76063" y2="54128"/>
                        <a14:backgroundMark x1="76063" y1="54128" x2="76063" y2="54128"/>
                        <a14:backgroundMark x1="76063" y1="54128" x2="76063" y2="54128"/>
                        <a14:backgroundMark x1="76625" y1="55275" x2="76625" y2="55275"/>
                        <a14:backgroundMark x1="76438" y1="55619" x2="75688" y2="55849"/>
                        <a14:backgroundMark x1="76063" y1="53096" x2="75375" y2="53440"/>
                        <a14:backgroundMark x1="76625" y1="56537" x2="75750" y2="56422"/>
                        <a14:backgroundMark x1="73500" y1="49083" x2="73125" y2="52064"/>
                        <a14:backgroundMark x1="75688" y1="48624" x2="78250" y2="48624"/>
                        <a14:backgroundMark x1="73688" y1="43349" x2="80188" y2="38991"/>
                        <a14:backgroundMark x1="80188" y1="38991" x2="80250" y2="38991"/>
                        <a14:backgroundMark x1="78813" y1="45069" x2="84125" y2="40482"/>
                        <a14:backgroundMark x1="84125" y1="40482" x2="84125" y2="40482"/>
                        <a14:backgroundMark x1="78375" y1="44266" x2="81313" y2="39679"/>
                        <a14:backgroundMark x1="81313" y1="45298" x2="82438" y2="45183"/>
                        <a14:backgroundMark x1="79688" y1="45642" x2="81125" y2="44151"/>
                        <a14:backgroundMark x1="79625" y1="64220" x2="83563" y2="58028"/>
                        <a14:backgroundMark x1="83563" y1="58028" x2="84813" y2="56995"/>
                        <a14:backgroundMark x1="81000" y1="61468" x2="81813" y2="59518"/>
                        <a14:backgroundMark x1="77750" y1="63991" x2="77688" y2="60550"/>
                        <a14:backgroundMark x1="77688" y1="60550" x2="77750" y2="60321"/>
                        <a14:backgroundMark x1="77063" y1="67087" x2="77125" y2="64220"/>
                        <a14:backgroundMark x1="76563" y1="67775" x2="76688" y2="63647"/>
                        <a14:backgroundMark x1="75938" y1="68349" x2="76250" y2="63532"/>
                        <a14:backgroundMark x1="75375" y1="67431" x2="78375" y2="64220"/>
                        <a14:backgroundMark x1="77875" y1="64106" x2="74125" y2="67775"/>
                        <a14:backgroundMark x1="73938" y1="68234" x2="78438" y2="59518"/>
                        <a14:backgroundMark x1="78438" y1="59518" x2="79000" y2="59060"/>
                        <a14:backgroundMark x1="76750" y1="63073" x2="78750" y2="59977"/>
                        <a14:backgroundMark x1="76250" y1="64679" x2="77813" y2="62500"/>
                        <a14:backgroundMark x1="77813" y1="62500" x2="79313" y2="58028"/>
                        <a14:backgroundMark x1="75375" y1="65023" x2="76438" y2="62156"/>
                        <a14:backgroundMark x1="76438" y1="62156" x2="76438" y2="62156"/>
                        <a14:backgroundMark x1="75000" y1="64908" x2="76250" y2="61124"/>
                        <a14:backgroundMark x1="75563" y1="61124" x2="75375" y2="64564"/>
                        <a14:backgroundMark x1="72625" y1="61468" x2="72875" y2="65252"/>
                        <a14:backgroundMark x1="73063" y1="61583" x2="73000" y2="63761"/>
                        <a14:backgroundMark x1="69688" y1="65482" x2="72938" y2="62615"/>
                        <a14:backgroundMark x1="69688" y1="63417" x2="72000" y2="60206"/>
                        <a14:backgroundMark x1="69563" y1="54243" x2="70250" y2="51147"/>
                        <a14:backgroundMark x1="70250" y1="51147" x2="70313" y2="49312"/>
                        <a14:backgroundMark x1="69688" y1="46904" x2="70438" y2="52982"/>
                        <a14:backgroundMark x1="68125" y1="48050" x2="68188" y2="53211"/>
                        <a14:backgroundMark x1="62438" y1="53211" x2="62938" y2="52638"/>
                        <a14:backgroundMark x1="62875" y1="52752" x2="61813" y2="52867"/>
                        <a14:backgroundMark x1="63125" y1="52982" x2="62938" y2="52408"/>
                        <a14:backgroundMark x1="63375" y1="53211" x2="63063" y2="52179"/>
                        <a14:backgroundMark x1="59125" y1="53784" x2="59625" y2="50917"/>
                        <a14:backgroundMark x1="59313" y1="52982" x2="60250" y2="50917"/>
                        <a14:backgroundMark x1="58562" y1="53440" x2="59375" y2="51835"/>
                        <a14:backgroundMark x1="60188" y1="47821" x2="61000" y2="45413"/>
                        <a14:backgroundMark x1="58562" y1="47133" x2="62438" y2="47133"/>
                        <a14:backgroundMark x1="56188" y1="47477" x2="59375" y2="41284"/>
                        <a14:backgroundMark x1="56375" y1="43234" x2="57000" y2="48165"/>
                        <a14:backgroundMark x1="56063" y1="52982" x2="56375" y2="52638"/>
                        <a14:backgroundMark x1="57125" y1="49771" x2="56313" y2="52523"/>
                        <a14:backgroundMark x1="50688" y1="54014" x2="51188" y2="52982"/>
                        <a14:backgroundMark x1="36125" y1="34862" x2="36688" y2="35321"/>
                        <a14:backgroundMark x1="75188" y1="60894" x2="76563" y2="60321"/>
                        <a14:backgroundMark x1="76000" y1="60780" x2="75188" y2="59518"/>
                        <a14:backgroundMark x1="75250" y1="60894" x2="75125" y2="59977"/>
                        <a14:backgroundMark x1="73125" y1="65367" x2="73063" y2="41055"/>
                        <a14:backgroundMark x1="72938" y1="41284" x2="73000" y2="48280"/>
                        <a14:backgroundMark x1="73000" y1="48280" x2="72563" y2="51491"/>
                        <a14:backgroundMark x1="72563" y1="51491" x2="72813" y2="5355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334487" y="20685961"/>
            <a:ext cx="12853575" cy="700519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C5E61CF-41F7-DDE4-6D4D-A4804F4E187C}"/>
              </a:ext>
            </a:extLst>
          </p:cNvPr>
          <p:cNvSpPr txBox="1"/>
          <p:nvPr/>
        </p:nvSpPr>
        <p:spPr>
          <a:xfrm>
            <a:off x="809778" y="3687433"/>
            <a:ext cx="11036724" cy="10187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Background &amp; Objective</a:t>
            </a:r>
            <a:endParaRPr lang="en-IL" sz="3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3600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40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Problem:</a:t>
            </a:r>
            <a:r>
              <a:rPr lang="en-US" sz="4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Driver fatigue and distraction cause over 25% of fatal road accidents globally , yet millions of older cars lack integrated safety monitoring. </a:t>
            </a:r>
          </a:p>
          <a:p>
            <a:pPr algn="just"/>
            <a:endParaRPr lang="en-US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40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Solution:</a:t>
            </a:r>
            <a:r>
              <a:rPr lang="en-US" sz="4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WakeUp</a:t>
            </a:r>
            <a:r>
              <a:rPr lang="en-US" sz="4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is a low-cost, retrofittable edge-computing system. It continuously monitors the driver's face using a camera and computer vision. </a:t>
            </a:r>
          </a:p>
          <a:p>
            <a:pPr algn="just"/>
            <a:endParaRPr lang="en-US" sz="4000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40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Action:</a:t>
            </a:r>
            <a:r>
              <a:rPr lang="en-US" sz="4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Triggers immediate Arduino-controlled buzzer alerts upon detecting dangerous behavior (zero manual interaction) and provides data-driven telemetry to review habits over time.</a:t>
            </a:r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A7C6FC7B-1AED-5C72-E096-6704B4694E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7945435"/>
              </p:ext>
            </p:extLst>
          </p:nvPr>
        </p:nvGraphicFramePr>
        <p:xfrm>
          <a:off x="809777" y="13950548"/>
          <a:ext cx="11036725" cy="84840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715B45B-3F07-6144-8699-1AFE9EFFB804}"/>
              </a:ext>
            </a:extLst>
          </p:cNvPr>
          <p:cNvSpPr txBox="1"/>
          <p:nvPr/>
        </p:nvSpPr>
        <p:spPr>
          <a:xfrm>
            <a:off x="12087451" y="3650784"/>
            <a:ext cx="110367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System Architecture</a:t>
            </a:r>
            <a:endParaRPr lang="en-IL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E5C492-1568-A14B-2E89-8AA7435997B5}"/>
              </a:ext>
            </a:extLst>
          </p:cNvPr>
          <p:cNvSpPr txBox="1"/>
          <p:nvPr/>
        </p:nvSpPr>
        <p:spPr>
          <a:xfrm>
            <a:off x="24078827" y="3665045"/>
            <a:ext cx="110367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14EC1DB2-EA32-8CB9-DA83-3F0F4EF2A1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1812737"/>
              </p:ext>
            </p:extLst>
          </p:nvPr>
        </p:nvGraphicFramePr>
        <p:xfrm>
          <a:off x="12135087" y="13186666"/>
          <a:ext cx="11752654" cy="9873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pic>
        <p:nvPicPr>
          <p:cNvPr id="20" name="Graphic 19" descr="Hourglass Finished with solid fill">
            <a:extLst>
              <a:ext uri="{FF2B5EF4-FFF2-40B4-BE49-F238E27FC236}">
                <a16:creationId xmlns:a16="http://schemas.microsoft.com/office/drawing/2014/main" id="{54F3AB05-53CD-58F7-25B8-1E883F709E8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4657127" y="15405699"/>
            <a:ext cx="1440000" cy="1440000"/>
          </a:xfrm>
          <a:prstGeom prst="rect">
            <a:avLst/>
          </a:prstGeom>
        </p:spPr>
      </p:pic>
      <p:pic>
        <p:nvPicPr>
          <p:cNvPr id="27" name="Graphic 26" descr="Moon and stars with solid fill">
            <a:extLst>
              <a:ext uri="{FF2B5EF4-FFF2-40B4-BE49-F238E27FC236}">
                <a16:creationId xmlns:a16="http://schemas.microsoft.com/office/drawing/2014/main" id="{94FDE12C-AE7D-A15B-5E51-880950A735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3057900" y="15260147"/>
            <a:ext cx="1440000" cy="1440000"/>
          </a:xfrm>
          <a:prstGeom prst="rect">
            <a:avLst/>
          </a:prstGeom>
        </p:spPr>
      </p:pic>
      <p:pic>
        <p:nvPicPr>
          <p:cNvPr id="30" name="Graphic 29" descr="Dim (Medium Sun) with solid fill">
            <a:extLst>
              <a:ext uri="{FF2B5EF4-FFF2-40B4-BE49-F238E27FC236}">
                <a16:creationId xmlns:a16="http://schemas.microsoft.com/office/drawing/2014/main" id="{5C79725C-7AD7-AE51-6BDD-527A4D90B4D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9032336" y="15260147"/>
            <a:ext cx="1440000" cy="14400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DAEE98E-537C-2480-9D89-93EE39580D73}"/>
              </a:ext>
            </a:extLst>
          </p:cNvPr>
          <p:cNvSpPr txBox="1"/>
          <p:nvPr/>
        </p:nvSpPr>
        <p:spPr>
          <a:xfrm>
            <a:off x="23353982" y="16700147"/>
            <a:ext cx="40462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L" sz="2800" dirty="0">
                <a:latin typeface="Calibri" panose="020F0502020204030204" pitchFamily="34" charset="0"/>
                <a:cs typeface="Calibri" panose="020F0502020204030204" pitchFamily="34" charset="0"/>
              </a:rPr>
              <a:t>&lt; 1 Sec </a:t>
            </a:r>
            <a:br>
              <a:rPr lang="en-IL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L" sz="2800" dirty="0">
                <a:latin typeface="Calibri" panose="020F0502020204030204" pitchFamily="34" charset="0"/>
                <a:cs typeface="Calibri" panose="020F0502020204030204" pitchFamily="34" charset="0"/>
              </a:rPr>
              <a:t>Alert latency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81901F-B9B3-AED9-AC77-BAD39F3B9C3B}"/>
              </a:ext>
            </a:extLst>
          </p:cNvPr>
          <p:cNvSpPr txBox="1"/>
          <p:nvPr/>
        </p:nvSpPr>
        <p:spPr>
          <a:xfrm>
            <a:off x="28108466" y="16689044"/>
            <a:ext cx="32877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85% 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Daylight Success Rate</a:t>
            </a:r>
            <a:endParaRPr lang="en-IL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4D73F8-A6C2-B955-4A6C-14564FBD7173}"/>
              </a:ext>
            </a:extLst>
          </p:cNvPr>
          <p:cNvSpPr txBox="1"/>
          <p:nvPr/>
        </p:nvSpPr>
        <p:spPr>
          <a:xfrm>
            <a:off x="31353915" y="16717324"/>
            <a:ext cx="48479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75% 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Night Success Rate</a:t>
            </a:r>
            <a:endParaRPr lang="en-IL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9" name="Picture 38" descr="A diagram of a computer system&#10;&#10;Description automatically generated">
            <a:extLst>
              <a:ext uri="{FF2B5EF4-FFF2-40B4-BE49-F238E27FC236}">
                <a16:creationId xmlns:a16="http://schemas.microsoft.com/office/drawing/2014/main" id="{71A3BB3A-4A26-A2D6-1539-BDD583FD88E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562430" y="4989425"/>
            <a:ext cx="11509449" cy="7629369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821A6BE-E9D2-9A15-30BF-78B918991607}"/>
              </a:ext>
            </a:extLst>
          </p:cNvPr>
          <p:cNvSpPr txBox="1"/>
          <p:nvPr/>
        </p:nvSpPr>
        <p:spPr>
          <a:xfrm>
            <a:off x="24436791" y="17722631"/>
            <a:ext cx="1103672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r>
              <a:rPr lang="en-US" sz="36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Low-Cost Edge Computing:</a:t>
            </a:r>
            <a:r>
              <a:rPr lang="en-US" sz="3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Executes high-accuracy, reliable driver monitoring entirely on a Raspberry Pi 4. </a:t>
            </a:r>
          </a:p>
          <a:p>
            <a:endParaRPr lang="en-US" sz="3600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Zero Latency:</a:t>
            </a:r>
            <a:r>
              <a:rPr lang="en-US" sz="3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Requires no internet connection, ensuring instant, life-saving alerts. </a:t>
            </a:r>
          </a:p>
          <a:p>
            <a:endParaRPr lang="en-US" sz="3600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Universal Scalability:</a:t>
            </a:r>
            <a:r>
              <a:rPr lang="en-US" sz="3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Offers an affordable, retrofittable safety solution easily installable in any existing vehicle.</a:t>
            </a:r>
          </a:p>
          <a:p>
            <a:pPr algn="ctr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0" name="Picture 49" descr="A graph on a screen&#10;&#10;Description automatically generated">
            <a:extLst>
              <a:ext uri="{FF2B5EF4-FFF2-40B4-BE49-F238E27FC236}">
                <a16:creationId xmlns:a16="http://schemas.microsoft.com/office/drawing/2014/main" id="{9003BEC0-1AFD-9C0C-19C9-9EB2F97F10F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4436791" y="9584704"/>
            <a:ext cx="11223371" cy="56070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3" name="Picture 52" descr="A person taking a selfie&#10;&#10;Description automatically generated">
            <a:extLst>
              <a:ext uri="{FF2B5EF4-FFF2-40B4-BE49-F238E27FC236}">
                <a16:creationId xmlns:a16="http://schemas.microsoft.com/office/drawing/2014/main" id="{1A839A07-DE76-2EFD-3BFC-E6B01478CDE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6370316" y="4606095"/>
            <a:ext cx="6764037" cy="48743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19494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894B321F97984089F660A1B37BD856" ma:contentTypeVersion="8" ma:contentTypeDescription="Create a new document." ma:contentTypeScope="" ma:versionID="69f2837f18e45e11aaa12c857e6c5827">
  <xsd:schema xmlns:xsd="http://www.w3.org/2001/XMLSchema" xmlns:xs="http://www.w3.org/2001/XMLSchema" xmlns:p="http://schemas.microsoft.com/office/2006/metadata/properties" xmlns:ns3="844e0735-f53f-4baa-bd75-b10ae3a2bbdb" targetNamespace="http://schemas.microsoft.com/office/2006/metadata/properties" ma:root="true" ma:fieldsID="44cfe3dd05ba74ef950c29cbe3f766ab" ns3:_="">
    <xsd:import namespace="844e0735-f53f-4baa-bd75-b10ae3a2bbd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4e0735-f53f-4baa-bd75-b10ae3a2bb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44e0735-f53f-4baa-bd75-b10ae3a2bbdb" xsi:nil="true"/>
  </documentManagement>
</p:properties>
</file>

<file path=customXml/itemProps1.xml><?xml version="1.0" encoding="utf-8"?>
<ds:datastoreItem xmlns:ds="http://schemas.openxmlformats.org/officeDocument/2006/customXml" ds:itemID="{903E978F-3A35-4737-8BBB-B7BB0C7F7E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4e0735-f53f-4baa-bd75-b10ae3a2bb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ADE9C2-8609-4046-AFB7-2D78D2E367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713F10-82D8-4B91-A273-2BA44EB6FF7B}">
  <ds:schemaRefs>
    <ds:schemaRef ds:uri="http://schemas.microsoft.com/office/2006/metadata/properties"/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844e0735-f53f-4baa-bd75-b10ae3a2bbdb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10141</TotalTime>
  <Words>214</Words>
  <Application>Microsoft Macintosh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Ost</dc:creator>
  <cp:lastModifiedBy>Roy Sarafov</cp:lastModifiedBy>
  <cp:revision>125</cp:revision>
  <dcterms:created xsi:type="dcterms:W3CDTF">2025-05-10T11:28:38Z</dcterms:created>
  <dcterms:modified xsi:type="dcterms:W3CDTF">2026-05-24T12:18:18Z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0x01010063894B321F97984089F660A1B37BD856</vt:lpwstr>
  </property>
</Properties>
</file>